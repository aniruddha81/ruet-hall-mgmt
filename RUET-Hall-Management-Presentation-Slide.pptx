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4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4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45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46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47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48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49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7" r:id="rId14"/>
    <p:sldId id="286" r:id="rId15"/>
    <p:sldId id="287" r:id="rId16"/>
    <p:sldId id="276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311" r:id="rId25"/>
    <p:sldId id="285" r:id="rId26"/>
    <p:sldId id="288" r:id="rId27"/>
    <p:sldId id="289" r:id="rId28"/>
    <p:sldId id="290" r:id="rId29"/>
    <p:sldId id="291" r:id="rId30"/>
    <p:sldId id="292" r:id="rId31"/>
    <p:sldId id="293" r:id="rId32"/>
    <p:sldId id="262" r:id="rId33"/>
    <p:sldId id="310" r:id="rId34"/>
    <p:sldId id="294" r:id="rId35"/>
    <p:sldId id="263" r:id="rId36"/>
    <p:sldId id="295" r:id="rId37"/>
    <p:sldId id="264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</p:sldIdLst>
  <p:sldSz cx="9144000" cy="5143500" type="screen16x9"/>
  <p:notesSz cx="5143500" cy="9144000"/>
  <p:embeddedFontLst>
    <p:embeddedFont>
      <p:font typeface="Arial Black" panose="020B0A04020102020204" pitchFamily="34" charset="0"/>
      <p:bold r:id="rId54"/>
    </p:embeddedFont>
    <p:embeddedFont>
      <p:font typeface="Inter" panose="020B0604020202020204" charset="0"/>
      <p:regular r:id="rId55"/>
    </p:embeddedFont>
    <p:embeddedFont>
      <p:font typeface="Petrona Bold" panose="020B0604020202020204" charset="0"/>
      <p:regular r:id="rId5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2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A17D50-744A-4443-A7D0-D2AFF20AC393}" type="doc">
      <dgm:prSet loTypeId="urn:microsoft.com/office/officeart/2005/8/layout/radial4" loCatId="relationship" qsTypeId="urn:microsoft.com/office/officeart/2005/8/quickstyle/3d1" qsCatId="3D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BE546E45-F042-450A-B87A-315AD4B6D09B}">
      <dgm:prSet phldrT="[Text]" phldr="0"/>
      <dgm:spPr/>
      <dgm:t>
        <a:bodyPr/>
        <a:lstStyle/>
        <a:p>
          <a:r>
            <a:rPr lang="en-SG" dirty="0"/>
            <a:t>Objectives</a:t>
          </a:r>
        </a:p>
      </dgm:t>
    </dgm:pt>
    <dgm:pt modelId="{00A3A8B9-F905-4FF2-982E-E8908269C840}" type="parTrans" cxnId="{496CC8D4-0512-4D22-BD41-5E2E6A237756}">
      <dgm:prSet/>
      <dgm:spPr/>
      <dgm:t>
        <a:bodyPr/>
        <a:lstStyle/>
        <a:p>
          <a:endParaRPr lang="en-SG"/>
        </a:p>
      </dgm:t>
    </dgm:pt>
    <dgm:pt modelId="{64CF9AF0-2632-4056-86C4-793AEDBC001F}" type="sibTrans" cxnId="{496CC8D4-0512-4D22-BD41-5E2E6A237756}">
      <dgm:prSet/>
      <dgm:spPr/>
      <dgm:t>
        <a:bodyPr/>
        <a:lstStyle/>
        <a:p>
          <a:endParaRPr lang="en-SG"/>
        </a:p>
      </dgm:t>
    </dgm:pt>
    <dgm:pt modelId="{5EFC5E0E-8F0E-420D-A210-C86402470F4A}">
      <dgm:prSet phldrT="[Text]"/>
      <dgm:spPr/>
      <dgm:t>
        <a:bodyPr/>
        <a:lstStyle/>
        <a:p>
          <a:pPr>
            <a:buNone/>
          </a:pPr>
          <a:r>
            <a:rPr lang="en-SG" b="1" dirty="0"/>
            <a:t>Digitalize hall services </a:t>
          </a:r>
        </a:p>
      </dgm:t>
    </dgm:pt>
    <dgm:pt modelId="{34ABD954-D744-4A90-BFFB-655AFF427391}" type="parTrans" cxnId="{BC9204CC-4CD9-474B-96D5-46373DA71A37}">
      <dgm:prSet/>
      <dgm:spPr/>
      <dgm:t>
        <a:bodyPr/>
        <a:lstStyle/>
        <a:p>
          <a:endParaRPr lang="en-SG"/>
        </a:p>
      </dgm:t>
    </dgm:pt>
    <dgm:pt modelId="{A4BCD8C8-CE30-4962-9838-D78A5ABCFC03}" type="sibTrans" cxnId="{BC9204CC-4CD9-474B-96D5-46373DA71A37}">
      <dgm:prSet/>
      <dgm:spPr/>
      <dgm:t>
        <a:bodyPr/>
        <a:lstStyle/>
        <a:p>
          <a:endParaRPr lang="en-SG"/>
        </a:p>
      </dgm:t>
    </dgm:pt>
    <dgm:pt modelId="{9577B90B-8D61-41D1-95F4-4B5F9E3B05D2}">
      <dgm:prSet phldrT="[Text]"/>
      <dgm:spPr/>
      <dgm:t>
        <a:bodyPr/>
        <a:lstStyle/>
        <a:p>
          <a:pPr>
            <a:buNone/>
          </a:pPr>
          <a:r>
            <a:rPr lang="en-SG" b="1" dirty="0">
              <a:solidFill>
                <a:schemeClr val="tx1"/>
              </a:solidFill>
            </a:rPr>
            <a:t>Centralize administration </a:t>
          </a:r>
        </a:p>
      </dgm:t>
    </dgm:pt>
    <dgm:pt modelId="{17012A1F-C7BD-47F6-9B49-DBC5362A41C9}" type="parTrans" cxnId="{7D2CC266-19D0-4B13-8B3F-7040E78ACB45}">
      <dgm:prSet/>
      <dgm:spPr/>
      <dgm:t>
        <a:bodyPr/>
        <a:lstStyle/>
        <a:p>
          <a:endParaRPr lang="en-SG"/>
        </a:p>
      </dgm:t>
    </dgm:pt>
    <dgm:pt modelId="{590B9B9A-A53B-4C68-8706-F189C4DC2493}" type="sibTrans" cxnId="{7D2CC266-19D0-4B13-8B3F-7040E78ACB45}">
      <dgm:prSet/>
      <dgm:spPr/>
      <dgm:t>
        <a:bodyPr/>
        <a:lstStyle/>
        <a:p>
          <a:endParaRPr lang="en-SG"/>
        </a:p>
      </dgm:t>
    </dgm:pt>
    <dgm:pt modelId="{B2A23825-D7E3-4C0B-A844-30B7668BC57B}">
      <dgm:prSet phldrT="[Text]"/>
      <dgm:spPr>
        <a:solidFill>
          <a:schemeClr val="accent4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SG" b="1" dirty="0">
              <a:solidFill>
                <a:schemeClr val="bg1"/>
              </a:solidFill>
            </a:rPr>
            <a:t>Improve transparency </a:t>
          </a:r>
        </a:p>
      </dgm:t>
    </dgm:pt>
    <dgm:pt modelId="{8AB7CE78-3C3A-4936-89F8-3BA9D4F654C2}" type="parTrans" cxnId="{FA2EB9AC-08B2-47C2-A063-D2EADE08B508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endParaRPr lang="en-SG"/>
        </a:p>
      </dgm:t>
    </dgm:pt>
    <dgm:pt modelId="{18CF0397-FA6A-49D7-B149-5C26080AB85C}" type="sibTrans" cxnId="{FA2EB9AC-08B2-47C2-A063-D2EADE08B508}">
      <dgm:prSet/>
      <dgm:spPr/>
      <dgm:t>
        <a:bodyPr/>
        <a:lstStyle/>
        <a:p>
          <a:endParaRPr lang="en-SG"/>
        </a:p>
      </dgm:t>
    </dgm:pt>
    <dgm:pt modelId="{8E683BDE-5B03-4603-9785-862650CCCE27}">
      <dgm:prSet phldrT="[Text]"/>
      <dgm:spPr/>
      <dgm:t>
        <a:bodyPr/>
        <a:lstStyle/>
        <a:p>
          <a:pPr>
            <a:buNone/>
          </a:pPr>
          <a:r>
            <a:rPr lang="en-SG" b="1" dirty="0"/>
            <a:t>Reduce paperwork </a:t>
          </a:r>
        </a:p>
      </dgm:t>
    </dgm:pt>
    <dgm:pt modelId="{62576FB3-66E3-4A54-A997-F729957D2A96}" type="parTrans" cxnId="{5FE1D6A2-73CA-4428-9BB1-1879EB1EFB7E}">
      <dgm:prSet/>
      <dgm:spPr/>
      <dgm:t>
        <a:bodyPr/>
        <a:lstStyle/>
        <a:p>
          <a:endParaRPr lang="en-SG"/>
        </a:p>
      </dgm:t>
    </dgm:pt>
    <dgm:pt modelId="{AF04C191-0B05-4FB7-84F3-E7C650D59B72}" type="sibTrans" cxnId="{5FE1D6A2-73CA-4428-9BB1-1879EB1EFB7E}">
      <dgm:prSet/>
      <dgm:spPr/>
      <dgm:t>
        <a:bodyPr/>
        <a:lstStyle/>
        <a:p>
          <a:endParaRPr lang="en-SG"/>
        </a:p>
      </dgm:t>
    </dgm:pt>
    <dgm:pt modelId="{A90B5E3E-E5FA-4C7D-9C27-6425FA9A61B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SG" b="1" dirty="0"/>
            <a:t>Improve student experience </a:t>
          </a:r>
        </a:p>
      </dgm:t>
    </dgm:pt>
    <dgm:pt modelId="{65A81360-914D-4237-B076-5A0DB341D6BA}" type="parTrans" cxnId="{4F7C1AAB-7914-4662-8E8F-89A5979C9722}">
      <dgm:prSet/>
      <dgm:spPr/>
      <dgm:t>
        <a:bodyPr/>
        <a:lstStyle/>
        <a:p>
          <a:endParaRPr lang="en-SG"/>
        </a:p>
      </dgm:t>
    </dgm:pt>
    <dgm:pt modelId="{B15B4E41-0A95-4BA7-A6A1-169E419AC06C}" type="sibTrans" cxnId="{4F7C1AAB-7914-4662-8E8F-89A5979C9722}">
      <dgm:prSet/>
      <dgm:spPr/>
      <dgm:t>
        <a:bodyPr/>
        <a:lstStyle/>
        <a:p>
          <a:endParaRPr lang="en-SG"/>
        </a:p>
      </dgm:t>
    </dgm:pt>
    <dgm:pt modelId="{4BDEC387-39F8-474E-8DE5-1576CFC8DAD9}" type="pres">
      <dgm:prSet presAssocID="{6CA17D50-744A-4443-A7D0-D2AFF20AC393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E955250-D2C5-42EF-9A34-60E6C5A8F0DB}" type="pres">
      <dgm:prSet presAssocID="{BE546E45-F042-450A-B87A-315AD4B6D09B}" presName="centerShape" presStyleLbl="node0" presStyleIdx="0" presStyleCnt="1"/>
      <dgm:spPr/>
    </dgm:pt>
    <dgm:pt modelId="{72E975A7-A375-401C-950D-72E553DFC3C7}" type="pres">
      <dgm:prSet presAssocID="{34ABD954-D744-4A90-BFFB-655AFF427391}" presName="parTrans" presStyleLbl="bgSibTrans2D1" presStyleIdx="0" presStyleCnt="5"/>
      <dgm:spPr/>
    </dgm:pt>
    <dgm:pt modelId="{49298F7F-6830-4F98-A7CA-A884E1117653}" type="pres">
      <dgm:prSet presAssocID="{5EFC5E0E-8F0E-420D-A210-C86402470F4A}" presName="node" presStyleLbl="node1" presStyleIdx="0" presStyleCnt="5" custRadScaleRad="101364" custRadScaleInc="-25948">
        <dgm:presLayoutVars>
          <dgm:bulletEnabled val="1"/>
        </dgm:presLayoutVars>
      </dgm:prSet>
      <dgm:spPr/>
    </dgm:pt>
    <dgm:pt modelId="{B005CB12-7C81-41F2-9465-18771024DECE}" type="pres">
      <dgm:prSet presAssocID="{17012A1F-C7BD-47F6-9B49-DBC5362A41C9}" presName="parTrans" presStyleLbl="bgSibTrans2D1" presStyleIdx="1" presStyleCnt="5"/>
      <dgm:spPr/>
    </dgm:pt>
    <dgm:pt modelId="{E6D93428-8B93-4C2E-944D-56FFA396EC9E}" type="pres">
      <dgm:prSet presAssocID="{9577B90B-8D61-41D1-95F4-4B5F9E3B05D2}" presName="node" presStyleLbl="node1" presStyleIdx="1" presStyleCnt="5" custRadScaleRad="113822" custRadScaleInc="-22986">
        <dgm:presLayoutVars>
          <dgm:bulletEnabled val="1"/>
        </dgm:presLayoutVars>
      </dgm:prSet>
      <dgm:spPr/>
    </dgm:pt>
    <dgm:pt modelId="{6C8F27B6-2AA9-47EA-9A47-7358AE7C2AE0}" type="pres">
      <dgm:prSet presAssocID="{8AB7CE78-3C3A-4936-89F8-3BA9D4F654C2}" presName="parTrans" presStyleLbl="bgSibTrans2D1" presStyleIdx="2" presStyleCnt="5"/>
      <dgm:spPr/>
    </dgm:pt>
    <dgm:pt modelId="{1C2E2C72-6AB3-4E8E-B4A7-648FDB0CEFA2}" type="pres">
      <dgm:prSet presAssocID="{B2A23825-D7E3-4C0B-A844-30B7668BC57B}" presName="node" presStyleLbl="node1" presStyleIdx="2" presStyleCnt="5" custRadScaleRad="99704" custRadScaleInc="-4227">
        <dgm:presLayoutVars>
          <dgm:bulletEnabled val="1"/>
        </dgm:presLayoutVars>
      </dgm:prSet>
      <dgm:spPr/>
    </dgm:pt>
    <dgm:pt modelId="{63B60E01-4B88-4DB6-A2F5-C04A9F765B17}" type="pres">
      <dgm:prSet presAssocID="{62576FB3-66E3-4A54-A997-F729957D2A96}" presName="parTrans" presStyleLbl="bgSibTrans2D1" presStyleIdx="3" presStyleCnt="5"/>
      <dgm:spPr/>
    </dgm:pt>
    <dgm:pt modelId="{6CCC1446-DA98-4AD1-AC5C-C2207A6C262B}" type="pres">
      <dgm:prSet presAssocID="{8E683BDE-5B03-4603-9785-862650CCCE27}" presName="node" presStyleLbl="node1" presStyleIdx="3" presStyleCnt="5" custRadScaleRad="100105" custRadScaleInc="27673">
        <dgm:presLayoutVars>
          <dgm:bulletEnabled val="1"/>
        </dgm:presLayoutVars>
      </dgm:prSet>
      <dgm:spPr/>
    </dgm:pt>
    <dgm:pt modelId="{C176C254-9473-4B79-8441-356F19F4BAF2}" type="pres">
      <dgm:prSet presAssocID="{65A81360-914D-4237-B076-5A0DB341D6BA}" presName="parTrans" presStyleLbl="bgSibTrans2D1" presStyleIdx="4" presStyleCnt="5"/>
      <dgm:spPr/>
    </dgm:pt>
    <dgm:pt modelId="{12004FDD-6A18-4CE3-8585-D8D4507BF508}" type="pres">
      <dgm:prSet presAssocID="{A90B5E3E-E5FA-4C7D-9C27-6425FA9A61BD}" presName="node" presStyleLbl="node1" presStyleIdx="4" presStyleCnt="5" custRadScaleRad="98407" custRadScaleInc="26735">
        <dgm:presLayoutVars>
          <dgm:bulletEnabled val="1"/>
        </dgm:presLayoutVars>
      </dgm:prSet>
      <dgm:spPr/>
    </dgm:pt>
  </dgm:ptLst>
  <dgm:cxnLst>
    <dgm:cxn modelId="{3AE4E807-1F8E-40ED-B7AC-F9EA91E46475}" type="presOf" srcId="{65A81360-914D-4237-B076-5A0DB341D6BA}" destId="{C176C254-9473-4B79-8441-356F19F4BAF2}" srcOrd="0" destOrd="0" presId="urn:microsoft.com/office/officeart/2005/8/layout/radial4"/>
    <dgm:cxn modelId="{C734F11B-0B07-4959-870B-AA42CA06E5E6}" type="presOf" srcId="{A90B5E3E-E5FA-4C7D-9C27-6425FA9A61BD}" destId="{12004FDD-6A18-4CE3-8585-D8D4507BF508}" srcOrd="0" destOrd="0" presId="urn:microsoft.com/office/officeart/2005/8/layout/radial4"/>
    <dgm:cxn modelId="{4E086666-43C3-4B03-8408-07CDB9377DC3}" type="presOf" srcId="{BE546E45-F042-450A-B87A-315AD4B6D09B}" destId="{DE955250-D2C5-42EF-9A34-60E6C5A8F0DB}" srcOrd="0" destOrd="0" presId="urn:microsoft.com/office/officeart/2005/8/layout/radial4"/>
    <dgm:cxn modelId="{7D2CC266-19D0-4B13-8B3F-7040E78ACB45}" srcId="{BE546E45-F042-450A-B87A-315AD4B6D09B}" destId="{9577B90B-8D61-41D1-95F4-4B5F9E3B05D2}" srcOrd="1" destOrd="0" parTransId="{17012A1F-C7BD-47F6-9B49-DBC5362A41C9}" sibTransId="{590B9B9A-A53B-4C68-8706-F189C4DC2493}"/>
    <dgm:cxn modelId="{AA6B0B4F-9B53-46B2-99DB-72E861945E2E}" type="presOf" srcId="{8AB7CE78-3C3A-4936-89F8-3BA9D4F654C2}" destId="{6C8F27B6-2AA9-47EA-9A47-7358AE7C2AE0}" srcOrd="0" destOrd="0" presId="urn:microsoft.com/office/officeart/2005/8/layout/radial4"/>
    <dgm:cxn modelId="{55D8E395-056B-4FF6-96B9-684555462405}" type="presOf" srcId="{9577B90B-8D61-41D1-95F4-4B5F9E3B05D2}" destId="{E6D93428-8B93-4C2E-944D-56FFA396EC9E}" srcOrd="0" destOrd="0" presId="urn:microsoft.com/office/officeart/2005/8/layout/radial4"/>
    <dgm:cxn modelId="{5FE1D6A2-73CA-4428-9BB1-1879EB1EFB7E}" srcId="{BE546E45-F042-450A-B87A-315AD4B6D09B}" destId="{8E683BDE-5B03-4603-9785-862650CCCE27}" srcOrd="3" destOrd="0" parTransId="{62576FB3-66E3-4A54-A997-F729957D2A96}" sibTransId="{AF04C191-0B05-4FB7-84F3-E7C650D59B72}"/>
    <dgm:cxn modelId="{3CB426A3-E4C4-412E-B2FE-57A2D0B9A2DF}" type="presOf" srcId="{34ABD954-D744-4A90-BFFB-655AFF427391}" destId="{72E975A7-A375-401C-950D-72E553DFC3C7}" srcOrd="0" destOrd="0" presId="urn:microsoft.com/office/officeart/2005/8/layout/radial4"/>
    <dgm:cxn modelId="{4F7C1AAB-7914-4662-8E8F-89A5979C9722}" srcId="{BE546E45-F042-450A-B87A-315AD4B6D09B}" destId="{A90B5E3E-E5FA-4C7D-9C27-6425FA9A61BD}" srcOrd="4" destOrd="0" parTransId="{65A81360-914D-4237-B076-5A0DB341D6BA}" sibTransId="{B15B4E41-0A95-4BA7-A6A1-169E419AC06C}"/>
    <dgm:cxn modelId="{FA2EB9AC-08B2-47C2-A063-D2EADE08B508}" srcId="{BE546E45-F042-450A-B87A-315AD4B6D09B}" destId="{B2A23825-D7E3-4C0B-A844-30B7668BC57B}" srcOrd="2" destOrd="0" parTransId="{8AB7CE78-3C3A-4936-89F8-3BA9D4F654C2}" sibTransId="{18CF0397-FA6A-49D7-B149-5C26080AB85C}"/>
    <dgm:cxn modelId="{785E2CB2-D836-4503-BC3B-6CD76514F43D}" type="presOf" srcId="{6CA17D50-744A-4443-A7D0-D2AFF20AC393}" destId="{4BDEC387-39F8-474E-8DE5-1576CFC8DAD9}" srcOrd="0" destOrd="0" presId="urn:microsoft.com/office/officeart/2005/8/layout/radial4"/>
    <dgm:cxn modelId="{23817BC0-CF0E-4E59-A43B-8A0D4AD37FEA}" type="presOf" srcId="{8E683BDE-5B03-4603-9785-862650CCCE27}" destId="{6CCC1446-DA98-4AD1-AC5C-C2207A6C262B}" srcOrd="0" destOrd="0" presId="urn:microsoft.com/office/officeart/2005/8/layout/radial4"/>
    <dgm:cxn modelId="{2A36AAC2-6CE3-43B0-BABC-D6A3026386E0}" type="presOf" srcId="{B2A23825-D7E3-4C0B-A844-30B7668BC57B}" destId="{1C2E2C72-6AB3-4E8E-B4A7-648FDB0CEFA2}" srcOrd="0" destOrd="0" presId="urn:microsoft.com/office/officeart/2005/8/layout/radial4"/>
    <dgm:cxn modelId="{BC9204CC-4CD9-474B-96D5-46373DA71A37}" srcId="{BE546E45-F042-450A-B87A-315AD4B6D09B}" destId="{5EFC5E0E-8F0E-420D-A210-C86402470F4A}" srcOrd="0" destOrd="0" parTransId="{34ABD954-D744-4A90-BFFB-655AFF427391}" sibTransId="{A4BCD8C8-CE30-4962-9838-D78A5ABCFC03}"/>
    <dgm:cxn modelId="{496CC8D4-0512-4D22-BD41-5E2E6A237756}" srcId="{6CA17D50-744A-4443-A7D0-D2AFF20AC393}" destId="{BE546E45-F042-450A-B87A-315AD4B6D09B}" srcOrd="0" destOrd="0" parTransId="{00A3A8B9-F905-4FF2-982E-E8908269C840}" sibTransId="{64CF9AF0-2632-4056-86C4-793AEDBC001F}"/>
    <dgm:cxn modelId="{4E26D7D7-0E21-4F3C-865D-7B9372B6D928}" type="presOf" srcId="{17012A1F-C7BD-47F6-9B49-DBC5362A41C9}" destId="{B005CB12-7C81-41F2-9465-18771024DECE}" srcOrd="0" destOrd="0" presId="urn:microsoft.com/office/officeart/2005/8/layout/radial4"/>
    <dgm:cxn modelId="{13E3A2E1-5D9C-4D86-AE5D-9F71C9E0955C}" type="presOf" srcId="{5EFC5E0E-8F0E-420D-A210-C86402470F4A}" destId="{49298F7F-6830-4F98-A7CA-A884E1117653}" srcOrd="0" destOrd="0" presId="urn:microsoft.com/office/officeart/2005/8/layout/radial4"/>
    <dgm:cxn modelId="{A8AF2BE4-FA4D-4C04-885D-4EFB9EE08AE2}" type="presOf" srcId="{62576FB3-66E3-4A54-A997-F729957D2A96}" destId="{63B60E01-4B88-4DB6-A2F5-C04A9F765B17}" srcOrd="0" destOrd="0" presId="urn:microsoft.com/office/officeart/2005/8/layout/radial4"/>
    <dgm:cxn modelId="{C95A53FC-C190-42FC-98F3-68CA3F0365E6}" type="presParOf" srcId="{4BDEC387-39F8-474E-8DE5-1576CFC8DAD9}" destId="{DE955250-D2C5-42EF-9A34-60E6C5A8F0DB}" srcOrd="0" destOrd="0" presId="urn:microsoft.com/office/officeart/2005/8/layout/radial4"/>
    <dgm:cxn modelId="{85ECCC91-3DB1-4BC3-8B64-FFA839919C08}" type="presParOf" srcId="{4BDEC387-39F8-474E-8DE5-1576CFC8DAD9}" destId="{72E975A7-A375-401C-950D-72E553DFC3C7}" srcOrd="1" destOrd="0" presId="urn:microsoft.com/office/officeart/2005/8/layout/radial4"/>
    <dgm:cxn modelId="{0A0C62F0-579D-41B6-9186-F2743A5C0D31}" type="presParOf" srcId="{4BDEC387-39F8-474E-8DE5-1576CFC8DAD9}" destId="{49298F7F-6830-4F98-A7CA-A884E1117653}" srcOrd="2" destOrd="0" presId="urn:microsoft.com/office/officeart/2005/8/layout/radial4"/>
    <dgm:cxn modelId="{DB091541-90D7-4F87-9593-1B60748DBACB}" type="presParOf" srcId="{4BDEC387-39F8-474E-8DE5-1576CFC8DAD9}" destId="{B005CB12-7C81-41F2-9465-18771024DECE}" srcOrd="3" destOrd="0" presId="urn:microsoft.com/office/officeart/2005/8/layout/radial4"/>
    <dgm:cxn modelId="{88CE2021-0AA2-4A0B-B7C7-F100D44D4F20}" type="presParOf" srcId="{4BDEC387-39F8-474E-8DE5-1576CFC8DAD9}" destId="{E6D93428-8B93-4C2E-944D-56FFA396EC9E}" srcOrd="4" destOrd="0" presId="urn:microsoft.com/office/officeart/2005/8/layout/radial4"/>
    <dgm:cxn modelId="{3F3CA87D-2660-4DB1-A109-9A7624EF94C5}" type="presParOf" srcId="{4BDEC387-39F8-474E-8DE5-1576CFC8DAD9}" destId="{6C8F27B6-2AA9-47EA-9A47-7358AE7C2AE0}" srcOrd="5" destOrd="0" presId="urn:microsoft.com/office/officeart/2005/8/layout/radial4"/>
    <dgm:cxn modelId="{EE58B963-91CE-4A03-80BA-A6C0FE5F568F}" type="presParOf" srcId="{4BDEC387-39F8-474E-8DE5-1576CFC8DAD9}" destId="{1C2E2C72-6AB3-4E8E-B4A7-648FDB0CEFA2}" srcOrd="6" destOrd="0" presId="urn:microsoft.com/office/officeart/2005/8/layout/radial4"/>
    <dgm:cxn modelId="{E611C976-7834-4CDD-9630-A04E91A2CAD9}" type="presParOf" srcId="{4BDEC387-39F8-474E-8DE5-1576CFC8DAD9}" destId="{63B60E01-4B88-4DB6-A2F5-C04A9F765B17}" srcOrd="7" destOrd="0" presId="urn:microsoft.com/office/officeart/2005/8/layout/radial4"/>
    <dgm:cxn modelId="{F36D75C6-9A7F-4CE2-AD15-53827DFF00E6}" type="presParOf" srcId="{4BDEC387-39F8-474E-8DE5-1576CFC8DAD9}" destId="{6CCC1446-DA98-4AD1-AC5C-C2207A6C262B}" srcOrd="8" destOrd="0" presId="urn:microsoft.com/office/officeart/2005/8/layout/radial4"/>
    <dgm:cxn modelId="{2E0480FD-AD0F-4F07-A94D-CB5B0FD39A53}" type="presParOf" srcId="{4BDEC387-39F8-474E-8DE5-1576CFC8DAD9}" destId="{C176C254-9473-4B79-8441-356F19F4BAF2}" srcOrd="9" destOrd="0" presId="urn:microsoft.com/office/officeart/2005/8/layout/radial4"/>
    <dgm:cxn modelId="{C3CC9907-C765-4D12-83E8-4C1C12CC57D7}" type="presParOf" srcId="{4BDEC387-39F8-474E-8DE5-1576CFC8DAD9}" destId="{12004FDD-6A18-4CE3-8585-D8D4507BF508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989058-9081-4500-B972-3FB783DA25CB}" type="doc">
      <dgm:prSet loTypeId="urn:microsoft.com/office/officeart/2005/8/layout/process2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SG"/>
        </a:p>
      </dgm:t>
    </dgm:pt>
    <dgm:pt modelId="{1B35C089-2A74-48D8-8347-842EE482FA3D}">
      <dgm:prSet phldrT="[Text]"/>
      <dgm:spPr/>
      <dgm:t>
        <a:bodyPr/>
        <a:lstStyle/>
        <a:p>
          <a:pPr>
            <a:buNone/>
          </a:pPr>
          <a:r>
            <a:rPr lang="en-SG" dirty="0"/>
            <a:t>Student</a:t>
          </a:r>
        </a:p>
      </dgm:t>
    </dgm:pt>
    <dgm:pt modelId="{A2379AFC-5CFE-4D26-B2FA-A45953AE2443}" type="parTrans" cxnId="{65DC6146-4D87-4BD9-9E98-2026C4577909}">
      <dgm:prSet/>
      <dgm:spPr/>
      <dgm:t>
        <a:bodyPr/>
        <a:lstStyle/>
        <a:p>
          <a:endParaRPr lang="en-SG"/>
        </a:p>
      </dgm:t>
    </dgm:pt>
    <dgm:pt modelId="{117BCEE6-2B29-453B-B40C-735C38907EBF}" type="sibTrans" cxnId="{65DC6146-4D87-4BD9-9E98-2026C4577909}">
      <dgm:prSet/>
      <dgm:spPr/>
      <dgm:t>
        <a:bodyPr/>
        <a:lstStyle/>
        <a:p>
          <a:endParaRPr lang="en-SG"/>
        </a:p>
      </dgm:t>
    </dgm:pt>
    <dgm:pt modelId="{F1B070D9-32BD-4154-96CE-5A5BB98BB73C}">
      <dgm:prSet phldrT="[Text]"/>
      <dgm:spPr/>
      <dgm:t>
        <a:bodyPr/>
        <a:lstStyle/>
        <a:p>
          <a:pPr>
            <a:buNone/>
          </a:pPr>
          <a:r>
            <a:rPr lang="en-SG" dirty="0"/>
            <a:t>Web Application</a:t>
          </a:r>
        </a:p>
      </dgm:t>
    </dgm:pt>
    <dgm:pt modelId="{DC36B0CD-DAD4-4E18-AE35-39887D7C5002}" type="parTrans" cxnId="{8BE65CC3-5FC1-4AB3-A137-E20FC003F80D}">
      <dgm:prSet/>
      <dgm:spPr/>
      <dgm:t>
        <a:bodyPr/>
        <a:lstStyle/>
        <a:p>
          <a:endParaRPr lang="en-SG"/>
        </a:p>
      </dgm:t>
    </dgm:pt>
    <dgm:pt modelId="{F7762B40-86C2-425A-A151-3709B09A5515}" type="sibTrans" cxnId="{8BE65CC3-5FC1-4AB3-A137-E20FC003F80D}">
      <dgm:prSet/>
      <dgm:spPr/>
      <dgm:t>
        <a:bodyPr/>
        <a:lstStyle/>
        <a:p>
          <a:endParaRPr lang="en-SG"/>
        </a:p>
      </dgm:t>
    </dgm:pt>
    <dgm:pt modelId="{74EBF10A-435C-49BC-A6EF-FD52FBEA2462}">
      <dgm:prSet phldrT="[Text]"/>
      <dgm:spPr/>
      <dgm:t>
        <a:bodyPr/>
        <a:lstStyle/>
        <a:p>
          <a:pPr>
            <a:buNone/>
          </a:pPr>
          <a:r>
            <a:rPr lang="en-SG" dirty="0"/>
            <a:t>Database</a:t>
          </a:r>
        </a:p>
      </dgm:t>
    </dgm:pt>
    <dgm:pt modelId="{5B5A9EC5-2248-4C47-AA67-FFB6F964D225}" type="parTrans" cxnId="{E6B24143-697F-4D42-A64D-142F596D5A60}">
      <dgm:prSet/>
      <dgm:spPr/>
      <dgm:t>
        <a:bodyPr/>
        <a:lstStyle/>
        <a:p>
          <a:endParaRPr lang="en-SG"/>
        </a:p>
      </dgm:t>
    </dgm:pt>
    <dgm:pt modelId="{3EE7A2A4-2D9B-4571-8C4E-5E85FBF422AF}" type="sibTrans" cxnId="{E6B24143-697F-4D42-A64D-142F596D5A60}">
      <dgm:prSet/>
      <dgm:spPr/>
      <dgm:t>
        <a:bodyPr/>
        <a:lstStyle/>
        <a:p>
          <a:endParaRPr lang="en-SG"/>
        </a:p>
      </dgm:t>
    </dgm:pt>
    <dgm:pt modelId="{0B4F8677-E963-4B1F-A6AB-A0B2F275C104}">
      <dgm:prSet phldrT="[Text]"/>
      <dgm:spPr/>
      <dgm:t>
        <a:bodyPr/>
        <a:lstStyle/>
        <a:p>
          <a:pPr>
            <a:buNone/>
          </a:pPr>
          <a:r>
            <a:rPr lang="en-SG" dirty="0"/>
            <a:t>Admin Roles</a:t>
          </a:r>
        </a:p>
      </dgm:t>
    </dgm:pt>
    <dgm:pt modelId="{87B12041-B3C3-4A5A-A62E-F0D720419114}" type="parTrans" cxnId="{4C2C0BEE-F0FC-4EC2-AF6C-029F21A80252}">
      <dgm:prSet/>
      <dgm:spPr/>
      <dgm:t>
        <a:bodyPr/>
        <a:lstStyle/>
        <a:p>
          <a:endParaRPr lang="en-SG"/>
        </a:p>
      </dgm:t>
    </dgm:pt>
    <dgm:pt modelId="{1D226A1C-E9FA-4DC1-B7D4-256A9EF0AD41}" type="sibTrans" cxnId="{4C2C0BEE-F0FC-4EC2-AF6C-029F21A80252}">
      <dgm:prSet/>
      <dgm:spPr/>
      <dgm:t>
        <a:bodyPr/>
        <a:lstStyle/>
        <a:p>
          <a:endParaRPr lang="en-SG"/>
        </a:p>
      </dgm:t>
    </dgm:pt>
    <dgm:pt modelId="{2BFCB6FA-6171-4946-A5A1-AAB55C8EC7BA}" type="pres">
      <dgm:prSet presAssocID="{16989058-9081-4500-B972-3FB783DA25CB}" presName="linearFlow" presStyleCnt="0">
        <dgm:presLayoutVars>
          <dgm:resizeHandles val="exact"/>
        </dgm:presLayoutVars>
      </dgm:prSet>
      <dgm:spPr/>
    </dgm:pt>
    <dgm:pt modelId="{6A0CB8E5-BF93-4173-97D4-E7F0B80772DF}" type="pres">
      <dgm:prSet presAssocID="{1B35C089-2A74-48D8-8347-842EE482FA3D}" presName="node" presStyleLbl="node1" presStyleIdx="0" presStyleCnt="4">
        <dgm:presLayoutVars>
          <dgm:bulletEnabled val="1"/>
        </dgm:presLayoutVars>
      </dgm:prSet>
      <dgm:spPr/>
    </dgm:pt>
    <dgm:pt modelId="{13C3E0B6-B270-452E-AD0A-8EECCA2D2993}" type="pres">
      <dgm:prSet presAssocID="{117BCEE6-2B29-453B-B40C-735C38907EBF}" presName="sibTrans" presStyleLbl="sibTrans2D1" presStyleIdx="0" presStyleCnt="3"/>
      <dgm:spPr/>
    </dgm:pt>
    <dgm:pt modelId="{D4AD2A7C-124D-44D6-888D-5FEFD3B5259B}" type="pres">
      <dgm:prSet presAssocID="{117BCEE6-2B29-453B-B40C-735C38907EBF}" presName="connectorText" presStyleLbl="sibTrans2D1" presStyleIdx="0" presStyleCnt="3"/>
      <dgm:spPr/>
    </dgm:pt>
    <dgm:pt modelId="{460FB7B5-5FA7-4E44-8382-81E9EAE577BD}" type="pres">
      <dgm:prSet presAssocID="{F1B070D9-32BD-4154-96CE-5A5BB98BB73C}" presName="node" presStyleLbl="node1" presStyleIdx="1" presStyleCnt="4">
        <dgm:presLayoutVars>
          <dgm:bulletEnabled val="1"/>
        </dgm:presLayoutVars>
      </dgm:prSet>
      <dgm:spPr/>
    </dgm:pt>
    <dgm:pt modelId="{E3F1D9B6-BD76-4CF9-B5BE-6870E3D26D90}" type="pres">
      <dgm:prSet presAssocID="{F7762B40-86C2-425A-A151-3709B09A5515}" presName="sibTrans" presStyleLbl="sibTrans2D1" presStyleIdx="1" presStyleCnt="3"/>
      <dgm:spPr/>
    </dgm:pt>
    <dgm:pt modelId="{90CC4B5D-44B4-4BF1-B0E0-4998AFF613D8}" type="pres">
      <dgm:prSet presAssocID="{F7762B40-86C2-425A-A151-3709B09A5515}" presName="connectorText" presStyleLbl="sibTrans2D1" presStyleIdx="1" presStyleCnt="3"/>
      <dgm:spPr/>
    </dgm:pt>
    <dgm:pt modelId="{BBDF2B29-1290-43B5-9EBD-CC020BB1EB8E}" type="pres">
      <dgm:prSet presAssocID="{74EBF10A-435C-49BC-A6EF-FD52FBEA2462}" presName="node" presStyleLbl="node1" presStyleIdx="2" presStyleCnt="4">
        <dgm:presLayoutVars>
          <dgm:bulletEnabled val="1"/>
        </dgm:presLayoutVars>
      </dgm:prSet>
      <dgm:spPr/>
    </dgm:pt>
    <dgm:pt modelId="{A0137784-C9B8-4B30-A654-7F8650E2C4D3}" type="pres">
      <dgm:prSet presAssocID="{3EE7A2A4-2D9B-4571-8C4E-5E85FBF422AF}" presName="sibTrans" presStyleLbl="sibTrans2D1" presStyleIdx="2" presStyleCnt="3"/>
      <dgm:spPr/>
    </dgm:pt>
    <dgm:pt modelId="{3A798D8C-0FFB-4115-9BCC-316EFB7A861C}" type="pres">
      <dgm:prSet presAssocID="{3EE7A2A4-2D9B-4571-8C4E-5E85FBF422AF}" presName="connectorText" presStyleLbl="sibTrans2D1" presStyleIdx="2" presStyleCnt="3"/>
      <dgm:spPr/>
    </dgm:pt>
    <dgm:pt modelId="{549B8894-EC11-42AA-8EC1-47944E29BBDC}" type="pres">
      <dgm:prSet presAssocID="{0B4F8677-E963-4B1F-A6AB-A0B2F275C104}" presName="node" presStyleLbl="node1" presStyleIdx="3" presStyleCnt="4">
        <dgm:presLayoutVars>
          <dgm:bulletEnabled val="1"/>
        </dgm:presLayoutVars>
      </dgm:prSet>
      <dgm:spPr/>
    </dgm:pt>
  </dgm:ptLst>
  <dgm:cxnLst>
    <dgm:cxn modelId="{29C0C305-802E-4449-8277-50CCFF108771}" type="presOf" srcId="{F7762B40-86C2-425A-A151-3709B09A5515}" destId="{E3F1D9B6-BD76-4CF9-B5BE-6870E3D26D90}" srcOrd="0" destOrd="0" presId="urn:microsoft.com/office/officeart/2005/8/layout/process2"/>
    <dgm:cxn modelId="{DF431720-159B-43FC-8F08-09F725CAA202}" type="presOf" srcId="{0B4F8677-E963-4B1F-A6AB-A0B2F275C104}" destId="{549B8894-EC11-42AA-8EC1-47944E29BBDC}" srcOrd="0" destOrd="0" presId="urn:microsoft.com/office/officeart/2005/8/layout/process2"/>
    <dgm:cxn modelId="{E6B24143-697F-4D42-A64D-142F596D5A60}" srcId="{16989058-9081-4500-B972-3FB783DA25CB}" destId="{74EBF10A-435C-49BC-A6EF-FD52FBEA2462}" srcOrd="2" destOrd="0" parTransId="{5B5A9EC5-2248-4C47-AA67-FFB6F964D225}" sibTransId="{3EE7A2A4-2D9B-4571-8C4E-5E85FBF422AF}"/>
    <dgm:cxn modelId="{65DC6146-4D87-4BD9-9E98-2026C4577909}" srcId="{16989058-9081-4500-B972-3FB783DA25CB}" destId="{1B35C089-2A74-48D8-8347-842EE482FA3D}" srcOrd="0" destOrd="0" parTransId="{A2379AFC-5CFE-4D26-B2FA-A45953AE2443}" sibTransId="{117BCEE6-2B29-453B-B40C-735C38907EBF}"/>
    <dgm:cxn modelId="{AB978E49-41CF-4564-9A28-85BE0DF3AE42}" type="presOf" srcId="{117BCEE6-2B29-453B-B40C-735C38907EBF}" destId="{D4AD2A7C-124D-44D6-888D-5FEFD3B5259B}" srcOrd="1" destOrd="0" presId="urn:microsoft.com/office/officeart/2005/8/layout/process2"/>
    <dgm:cxn modelId="{9CFB6076-190B-4249-BCB7-48C329E93125}" type="presOf" srcId="{74EBF10A-435C-49BC-A6EF-FD52FBEA2462}" destId="{BBDF2B29-1290-43B5-9EBD-CC020BB1EB8E}" srcOrd="0" destOrd="0" presId="urn:microsoft.com/office/officeart/2005/8/layout/process2"/>
    <dgm:cxn modelId="{4A3AAE80-92B3-4322-A6B7-CD01A2A234F4}" type="presOf" srcId="{16989058-9081-4500-B972-3FB783DA25CB}" destId="{2BFCB6FA-6171-4946-A5A1-AAB55C8EC7BA}" srcOrd="0" destOrd="0" presId="urn:microsoft.com/office/officeart/2005/8/layout/process2"/>
    <dgm:cxn modelId="{E219BC92-D631-48F4-9FB9-998C535FEEF3}" type="presOf" srcId="{117BCEE6-2B29-453B-B40C-735C38907EBF}" destId="{13C3E0B6-B270-452E-AD0A-8EECCA2D2993}" srcOrd="0" destOrd="0" presId="urn:microsoft.com/office/officeart/2005/8/layout/process2"/>
    <dgm:cxn modelId="{936D53A2-3995-44C1-9C4F-1723C81BF35D}" type="presOf" srcId="{3EE7A2A4-2D9B-4571-8C4E-5E85FBF422AF}" destId="{3A798D8C-0FFB-4115-9BCC-316EFB7A861C}" srcOrd="1" destOrd="0" presId="urn:microsoft.com/office/officeart/2005/8/layout/process2"/>
    <dgm:cxn modelId="{0DE282AF-8992-47B6-8736-B264566C1867}" type="presOf" srcId="{F7762B40-86C2-425A-A151-3709B09A5515}" destId="{90CC4B5D-44B4-4BF1-B0E0-4998AFF613D8}" srcOrd="1" destOrd="0" presId="urn:microsoft.com/office/officeart/2005/8/layout/process2"/>
    <dgm:cxn modelId="{8BE65CC3-5FC1-4AB3-A137-E20FC003F80D}" srcId="{16989058-9081-4500-B972-3FB783DA25CB}" destId="{F1B070D9-32BD-4154-96CE-5A5BB98BB73C}" srcOrd="1" destOrd="0" parTransId="{DC36B0CD-DAD4-4E18-AE35-39887D7C5002}" sibTransId="{F7762B40-86C2-425A-A151-3709B09A5515}"/>
    <dgm:cxn modelId="{C56583C3-6194-4F5B-9AD3-46816637AE88}" type="presOf" srcId="{3EE7A2A4-2D9B-4571-8C4E-5E85FBF422AF}" destId="{A0137784-C9B8-4B30-A654-7F8650E2C4D3}" srcOrd="0" destOrd="0" presId="urn:microsoft.com/office/officeart/2005/8/layout/process2"/>
    <dgm:cxn modelId="{0877B1EC-0683-4583-836F-7E2987913643}" type="presOf" srcId="{F1B070D9-32BD-4154-96CE-5A5BB98BB73C}" destId="{460FB7B5-5FA7-4E44-8382-81E9EAE577BD}" srcOrd="0" destOrd="0" presId="urn:microsoft.com/office/officeart/2005/8/layout/process2"/>
    <dgm:cxn modelId="{4C2C0BEE-F0FC-4EC2-AF6C-029F21A80252}" srcId="{16989058-9081-4500-B972-3FB783DA25CB}" destId="{0B4F8677-E963-4B1F-A6AB-A0B2F275C104}" srcOrd="3" destOrd="0" parTransId="{87B12041-B3C3-4A5A-A62E-F0D720419114}" sibTransId="{1D226A1C-E9FA-4DC1-B7D4-256A9EF0AD41}"/>
    <dgm:cxn modelId="{E38A12F2-6150-45F9-9639-3FD198EEF218}" type="presOf" srcId="{1B35C089-2A74-48D8-8347-842EE482FA3D}" destId="{6A0CB8E5-BF93-4173-97D4-E7F0B80772DF}" srcOrd="0" destOrd="0" presId="urn:microsoft.com/office/officeart/2005/8/layout/process2"/>
    <dgm:cxn modelId="{11B873E8-5661-4AAE-8BD2-B9D16687F6C3}" type="presParOf" srcId="{2BFCB6FA-6171-4946-A5A1-AAB55C8EC7BA}" destId="{6A0CB8E5-BF93-4173-97D4-E7F0B80772DF}" srcOrd="0" destOrd="0" presId="urn:microsoft.com/office/officeart/2005/8/layout/process2"/>
    <dgm:cxn modelId="{FA2115BD-1B08-46D9-9B52-29067C697230}" type="presParOf" srcId="{2BFCB6FA-6171-4946-A5A1-AAB55C8EC7BA}" destId="{13C3E0B6-B270-452E-AD0A-8EECCA2D2993}" srcOrd="1" destOrd="0" presId="urn:microsoft.com/office/officeart/2005/8/layout/process2"/>
    <dgm:cxn modelId="{4FB96C8A-DB69-43CA-A013-4A2C092CD2B2}" type="presParOf" srcId="{13C3E0B6-B270-452E-AD0A-8EECCA2D2993}" destId="{D4AD2A7C-124D-44D6-888D-5FEFD3B5259B}" srcOrd="0" destOrd="0" presId="urn:microsoft.com/office/officeart/2005/8/layout/process2"/>
    <dgm:cxn modelId="{CBC7247F-2245-4696-B133-59FC7FB26E38}" type="presParOf" srcId="{2BFCB6FA-6171-4946-A5A1-AAB55C8EC7BA}" destId="{460FB7B5-5FA7-4E44-8382-81E9EAE577BD}" srcOrd="2" destOrd="0" presId="urn:microsoft.com/office/officeart/2005/8/layout/process2"/>
    <dgm:cxn modelId="{E9E1A75B-2443-46C1-8FC1-B093ED229E42}" type="presParOf" srcId="{2BFCB6FA-6171-4946-A5A1-AAB55C8EC7BA}" destId="{E3F1D9B6-BD76-4CF9-B5BE-6870E3D26D90}" srcOrd="3" destOrd="0" presId="urn:microsoft.com/office/officeart/2005/8/layout/process2"/>
    <dgm:cxn modelId="{A881FD3E-A032-40B6-9857-57E7CE78B1AD}" type="presParOf" srcId="{E3F1D9B6-BD76-4CF9-B5BE-6870E3D26D90}" destId="{90CC4B5D-44B4-4BF1-B0E0-4998AFF613D8}" srcOrd="0" destOrd="0" presId="urn:microsoft.com/office/officeart/2005/8/layout/process2"/>
    <dgm:cxn modelId="{4FDA08F4-7763-427B-AF40-19AEFCA1BFCF}" type="presParOf" srcId="{2BFCB6FA-6171-4946-A5A1-AAB55C8EC7BA}" destId="{BBDF2B29-1290-43B5-9EBD-CC020BB1EB8E}" srcOrd="4" destOrd="0" presId="urn:microsoft.com/office/officeart/2005/8/layout/process2"/>
    <dgm:cxn modelId="{9006F901-9E77-4D1C-B011-1091DBB3A4F9}" type="presParOf" srcId="{2BFCB6FA-6171-4946-A5A1-AAB55C8EC7BA}" destId="{A0137784-C9B8-4B30-A654-7F8650E2C4D3}" srcOrd="5" destOrd="0" presId="urn:microsoft.com/office/officeart/2005/8/layout/process2"/>
    <dgm:cxn modelId="{09969C25-A5EF-4F0C-BA71-2FF243E5DA2E}" type="presParOf" srcId="{A0137784-C9B8-4B30-A654-7F8650E2C4D3}" destId="{3A798D8C-0FFB-4115-9BCC-316EFB7A861C}" srcOrd="0" destOrd="0" presId="urn:microsoft.com/office/officeart/2005/8/layout/process2"/>
    <dgm:cxn modelId="{C2656335-3EB6-4678-ADF0-C9870FF716D7}" type="presParOf" srcId="{2BFCB6FA-6171-4946-A5A1-AAB55C8EC7BA}" destId="{549B8894-EC11-42AA-8EC1-47944E29BBDC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6989058-9081-4500-B972-3FB783DA25CB}" type="doc">
      <dgm:prSet loTypeId="urn:microsoft.com/office/officeart/2005/8/layout/process2" loCatId="process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SG"/>
        </a:p>
      </dgm:t>
    </dgm:pt>
    <dgm:pt modelId="{1B35C089-2A74-48D8-8347-842EE482FA3D}">
      <dgm:prSet phldrT="[Text]"/>
      <dgm:spPr/>
      <dgm:t>
        <a:bodyPr/>
        <a:lstStyle/>
        <a:p>
          <a:pPr>
            <a:buNone/>
          </a:pPr>
          <a:r>
            <a:rPr lang="en-SG" dirty="0"/>
            <a:t>Student</a:t>
          </a:r>
        </a:p>
      </dgm:t>
    </dgm:pt>
    <dgm:pt modelId="{A2379AFC-5CFE-4D26-B2FA-A45953AE2443}" type="parTrans" cxnId="{65DC6146-4D87-4BD9-9E98-2026C4577909}">
      <dgm:prSet/>
      <dgm:spPr/>
      <dgm:t>
        <a:bodyPr/>
        <a:lstStyle/>
        <a:p>
          <a:endParaRPr lang="en-SG"/>
        </a:p>
      </dgm:t>
    </dgm:pt>
    <dgm:pt modelId="{117BCEE6-2B29-453B-B40C-735C38907EBF}" type="sibTrans" cxnId="{65DC6146-4D87-4BD9-9E98-2026C4577909}">
      <dgm:prSet/>
      <dgm:spPr/>
      <dgm:t>
        <a:bodyPr/>
        <a:lstStyle/>
        <a:p>
          <a:endParaRPr lang="en-SG"/>
        </a:p>
      </dgm:t>
    </dgm:pt>
    <dgm:pt modelId="{F1B070D9-32BD-4154-96CE-5A5BB98BB73C}">
      <dgm:prSet phldrT="[Text]"/>
      <dgm:spPr/>
      <dgm:t>
        <a:bodyPr/>
        <a:lstStyle/>
        <a:p>
          <a:pPr>
            <a:buNone/>
          </a:pPr>
          <a:r>
            <a:rPr lang="en-SG" dirty="0"/>
            <a:t>Web Application</a:t>
          </a:r>
        </a:p>
      </dgm:t>
    </dgm:pt>
    <dgm:pt modelId="{DC36B0CD-DAD4-4E18-AE35-39887D7C5002}" type="parTrans" cxnId="{8BE65CC3-5FC1-4AB3-A137-E20FC003F80D}">
      <dgm:prSet/>
      <dgm:spPr/>
      <dgm:t>
        <a:bodyPr/>
        <a:lstStyle/>
        <a:p>
          <a:endParaRPr lang="en-SG"/>
        </a:p>
      </dgm:t>
    </dgm:pt>
    <dgm:pt modelId="{F7762B40-86C2-425A-A151-3709B09A5515}" type="sibTrans" cxnId="{8BE65CC3-5FC1-4AB3-A137-E20FC003F80D}">
      <dgm:prSet/>
      <dgm:spPr/>
      <dgm:t>
        <a:bodyPr/>
        <a:lstStyle/>
        <a:p>
          <a:endParaRPr lang="en-SG"/>
        </a:p>
      </dgm:t>
    </dgm:pt>
    <dgm:pt modelId="{74EBF10A-435C-49BC-A6EF-FD52FBEA2462}">
      <dgm:prSet phldrT="[Text]"/>
      <dgm:spPr/>
      <dgm:t>
        <a:bodyPr/>
        <a:lstStyle/>
        <a:p>
          <a:pPr>
            <a:buNone/>
          </a:pPr>
          <a:r>
            <a:rPr lang="en-SG" dirty="0"/>
            <a:t>Database</a:t>
          </a:r>
        </a:p>
      </dgm:t>
    </dgm:pt>
    <dgm:pt modelId="{5B5A9EC5-2248-4C47-AA67-FFB6F964D225}" type="parTrans" cxnId="{E6B24143-697F-4D42-A64D-142F596D5A60}">
      <dgm:prSet/>
      <dgm:spPr/>
      <dgm:t>
        <a:bodyPr/>
        <a:lstStyle/>
        <a:p>
          <a:endParaRPr lang="en-SG"/>
        </a:p>
      </dgm:t>
    </dgm:pt>
    <dgm:pt modelId="{3EE7A2A4-2D9B-4571-8C4E-5E85FBF422AF}" type="sibTrans" cxnId="{E6B24143-697F-4D42-A64D-142F596D5A60}">
      <dgm:prSet/>
      <dgm:spPr/>
      <dgm:t>
        <a:bodyPr/>
        <a:lstStyle/>
        <a:p>
          <a:endParaRPr lang="en-SG"/>
        </a:p>
      </dgm:t>
    </dgm:pt>
    <dgm:pt modelId="{0B4F8677-E963-4B1F-A6AB-A0B2F275C104}">
      <dgm:prSet phldrT="[Text]"/>
      <dgm:spPr/>
      <dgm:t>
        <a:bodyPr/>
        <a:lstStyle/>
        <a:p>
          <a:pPr>
            <a:buNone/>
          </a:pPr>
          <a:r>
            <a:rPr lang="en-SG" dirty="0"/>
            <a:t>Admin Roles</a:t>
          </a:r>
        </a:p>
      </dgm:t>
    </dgm:pt>
    <dgm:pt modelId="{87B12041-B3C3-4A5A-A62E-F0D720419114}" type="parTrans" cxnId="{4C2C0BEE-F0FC-4EC2-AF6C-029F21A80252}">
      <dgm:prSet/>
      <dgm:spPr/>
      <dgm:t>
        <a:bodyPr/>
        <a:lstStyle/>
        <a:p>
          <a:endParaRPr lang="en-SG"/>
        </a:p>
      </dgm:t>
    </dgm:pt>
    <dgm:pt modelId="{1D226A1C-E9FA-4DC1-B7D4-256A9EF0AD41}" type="sibTrans" cxnId="{4C2C0BEE-F0FC-4EC2-AF6C-029F21A80252}">
      <dgm:prSet/>
      <dgm:spPr/>
      <dgm:t>
        <a:bodyPr/>
        <a:lstStyle/>
        <a:p>
          <a:endParaRPr lang="en-SG"/>
        </a:p>
      </dgm:t>
    </dgm:pt>
    <dgm:pt modelId="{2BFCB6FA-6171-4946-A5A1-AAB55C8EC7BA}" type="pres">
      <dgm:prSet presAssocID="{16989058-9081-4500-B972-3FB783DA25CB}" presName="linearFlow" presStyleCnt="0">
        <dgm:presLayoutVars>
          <dgm:resizeHandles val="exact"/>
        </dgm:presLayoutVars>
      </dgm:prSet>
      <dgm:spPr/>
    </dgm:pt>
    <dgm:pt modelId="{6A0CB8E5-BF93-4173-97D4-E7F0B80772DF}" type="pres">
      <dgm:prSet presAssocID="{1B35C089-2A74-48D8-8347-842EE482FA3D}" presName="node" presStyleLbl="node1" presStyleIdx="0" presStyleCnt="4">
        <dgm:presLayoutVars>
          <dgm:bulletEnabled val="1"/>
        </dgm:presLayoutVars>
      </dgm:prSet>
      <dgm:spPr/>
    </dgm:pt>
    <dgm:pt modelId="{13C3E0B6-B270-452E-AD0A-8EECCA2D2993}" type="pres">
      <dgm:prSet presAssocID="{117BCEE6-2B29-453B-B40C-735C38907EBF}" presName="sibTrans" presStyleLbl="sibTrans2D1" presStyleIdx="0" presStyleCnt="3"/>
      <dgm:spPr/>
    </dgm:pt>
    <dgm:pt modelId="{D4AD2A7C-124D-44D6-888D-5FEFD3B5259B}" type="pres">
      <dgm:prSet presAssocID="{117BCEE6-2B29-453B-B40C-735C38907EBF}" presName="connectorText" presStyleLbl="sibTrans2D1" presStyleIdx="0" presStyleCnt="3"/>
      <dgm:spPr/>
    </dgm:pt>
    <dgm:pt modelId="{460FB7B5-5FA7-4E44-8382-81E9EAE577BD}" type="pres">
      <dgm:prSet presAssocID="{F1B070D9-32BD-4154-96CE-5A5BB98BB73C}" presName="node" presStyleLbl="node1" presStyleIdx="1" presStyleCnt="4">
        <dgm:presLayoutVars>
          <dgm:bulletEnabled val="1"/>
        </dgm:presLayoutVars>
      </dgm:prSet>
      <dgm:spPr/>
    </dgm:pt>
    <dgm:pt modelId="{E3F1D9B6-BD76-4CF9-B5BE-6870E3D26D90}" type="pres">
      <dgm:prSet presAssocID="{F7762B40-86C2-425A-A151-3709B09A5515}" presName="sibTrans" presStyleLbl="sibTrans2D1" presStyleIdx="1" presStyleCnt="3"/>
      <dgm:spPr/>
    </dgm:pt>
    <dgm:pt modelId="{90CC4B5D-44B4-4BF1-B0E0-4998AFF613D8}" type="pres">
      <dgm:prSet presAssocID="{F7762B40-86C2-425A-A151-3709B09A5515}" presName="connectorText" presStyleLbl="sibTrans2D1" presStyleIdx="1" presStyleCnt="3"/>
      <dgm:spPr/>
    </dgm:pt>
    <dgm:pt modelId="{BBDF2B29-1290-43B5-9EBD-CC020BB1EB8E}" type="pres">
      <dgm:prSet presAssocID="{74EBF10A-435C-49BC-A6EF-FD52FBEA2462}" presName="node" presStyleLbl="node1" presStyleIdx="2" presStyleCnt="4">
        <dgm:presLayoutVars>
          <dgm:bulletEnabled val="1"/>
        </dgm:presLayoutVars>
      </dgm:prSet>
      <dgm:spPr/>
    </dgm:pt>
    <dgm:pt modelId="{A0137784-C9B8-4B30-A654-7F8650E2C4D3}" type="pres">
      <dgm:prSet presAssocID="{3EE7A2A4-2D9B-4571-8C4E-5E85FBF422AF}" presName="sibTrans" presStyleLbl="sibTrans2D1" presStyleIdx="2" presStyleCnt="3"/>
      <dgm:spPr/>
    </dgm:pt>
    <dgm:pt modelId="{3A798D8C-0FFB-4115-9BCC-316EFB7A861C}" type="pres">
      <dgm:prSet presAssocID="{3EE7A2A4-2D9B-4571-8C4E-5E85FBF422AF}" presName="connectorText" presStyleLbl="sibTrans2D1" presStyleIdx="2" presStyleCnt="3"/>
      <dgm:spPr/>
    </dgm:pt>
    <dgm:pt modelId="{549B8894-EC11-42AA-8EC1-47944E29BBDC}" type="pres">
      <dgm:prSet presAssocID="{0B4F8677-E963-4B1F-A6AB-A0B2F275C104}" presName="node" presStyleLbl="node1" presStyleIdx="3" presStyleCnt="4">
        <dgm:presLayoutVars>
          <dgm:bulletEnabled val="1"/>
        </dgm:presLayoutVars>
      </dgm:prSet>
      <dgm:spPr/>
    </dgm:pt>
  </dgm:ptLst>
  <dgm:cxnLst>
    <dgm:cxn modelId="{29C0C305-802E-4449-8277-50CCFF108771}" type="presOf" srcId="{F7762B40-86C2-425A-A151-3709B09A5515}" destId="{E3F1D9B6-BD76-4CF9-B5BE-6870E3D26D90}" srcOrd="0" destOrd="0" presId="urn:microsoft.com/office/officeart/2005/8/layout/process2"/>
    <dgm:cxn modelId="{DF431720-159B-43FC-8F08-09F725CAA202}" type="presOf" srcId="{0B4F8677-E963-4B1F-A6AB-A0B2F275C104}" destId="{549B8894-EC11-42AA-8EC1-47944E29BBDC}" srcOrd="0" destOrd="0" presId="urn:microsoft.com/office/officeart/2005/8/layout/process2"/>
    <dgm:cxn modelId="{E6B24143-697F-4D42-A64D-142F596D5A60}" srcId="{16989058-9081-4500-B972-3FB783DA25CB}" destId="{74EBF10A-435C-49BC-A6EF-FD52FBEA2462}" srcOrd="2" destOrd="0" parTransId="{5B5A9EC5-2248-4C47-AA67-FFB6F964D225}" sibTransId="{3EE7A2A4-2D9B-4571-8C4E-5E85FBF422AF}"/>
    <dgm:cxn modelId="{65DC6146-4D87-4BD9-9E98-2026C4577909}" srcId="{16989058-9081-4500-B972-3FB783DA25CB}" destId="{1B35C089-2A74-48D8-8347-842EE482FA3D}" srcOrd="0" destOrd="0" parTransId="{A2379AFC-5CFE-4D26-B2FA-A45953AE2443}" sibTransId="{117BCEE6-2B29-453B-B40C-735C38907EBF}"/>
    <dgm:cxn modelId="{AB978E49-41CF-4564-9A28-85BE0DF3AE42}" type="presOf" srcId="{117BCEE6-2B29-453B-B40C-735C38907EBF}" destId="{D4AD2A7C-124D-44D6-888D-5FEFD3B5259B}" srcOrd="1" destOrd="0" presId="urn:microsoft.com/office/officeart/2005/8/layout/process2"/>
    <dgm:cxn modelId="{9CFB6076-190B-4249-BCB7-48C329E93125}" type="presOf" srcId="{74EBF10A-435C-49BC-A6EF-FD52FBEA2462}" destId="{BBDF2B29-1290-43B5-9EBD-CC020BB1EB8E}" srcOrd="0" destOrd="0" presId="urn:microsoft.com/office/officeart/2005/8/layout/process2"/>
    <dgm:cxn modelId="{4A3AAE80-92B3-4322-A6B7-CD01A2A234F4}" type="presOf" srcId="{16989058-9081-4500-B972-3FB783DA25CB}" destId="{2BFCB6FA-6171-4946-A5A1-AAB55C8EC7BA}" srcOrd="0" destOrd="0" presId="urn:microsoft.com/office/officeart/2005/8/layout/process2"/>
    <dgm:cxn modelId="{E219BC92-D631-48F4-9FB9-998C535FEEF3}" type="presOf" srcId="{117BCEE6-2B29-453B-B40C-735C38907EBF}" destId="{13C3E0B6-B270-452E-AD0A-8EECCA2D2993}" srcOrd="0" destOrd="0" presId="urn:microsoft.com/office/officeart/2005/8/layout/process2"/>
    <dgm:cxn modelId="{936D53A2-3995-44C1-9C4F-1723C81BF35D}" type="presOf" srcId="{3EE7A2A4-2D9B-4571-8C4E-5E85FBF422AF}" destId="{3A798D8C-0FFB-4115-9BCC-316EFB7A861C}" srcOrd="1" destOrd="0" presId="urn:microsoft.com/office/officeart/2005/8/layout/process2"/>
    <dgm:cxn modelId="{0DE282AF-8992-47B6-8736-B264566C1867}" type="presOf" srcId="{F7762B40-86C2-425A-A151-3709B09A5515}" destId="{90CC4B5D-44B4-4BF1-B0E0-4998AFF613D8}" srcOrd="1" destOrd="0" presId="urn:microsoft.com/office/officeart/2005/8/layout/process2"/>
    <dgm:cxn modelId="{8BE65CC3-5FC1-4AB3-A137-E20FC003F80D}" srcId="{16989058-9081-4500-B972-3FB783DA25CB}" destId="{F1B070D9-32BD-4154-96CE-5A5BB98BB73C}" srcOrd="1" destOrd="0" parTransId="{DC36B0CD-DAD4-4E18-AE35-39887D7C5002}" sibTransId="{F7762B40-86C2-425A-A151-3709B09A5515}"/>
    <dgm:cxn modelId="{C56583C3-6194-4F5B-9AD3-46816637AE88}" type="presOf" srcId="{3EE7A2A4-2D9B-4571-8C4E-5E85FBF422AF}" destId="{A0137784-C9B8-4B30-A654-7F8650E2C4D3}" srcOrd="0" destOrd="0" presId="urn:microsoft.com/office/officeart/2005/8/layout/process2"/>
    <dgm:cxn modelId="{0877B1EC-0683-4583-836F-7E2987913643}" type="presOf" srcId="{F1B070D9-32BD-4154-96CE-5A5BB98BB73C}" destId="{460FB7B5-5FA7-4E44-8382-81E9EAE577BD}" srcOrd="0" destOrd="0" presId="urn:microsoft.com/office/officeart/2005/8/layout/process2"/>
    <dgm:cxn modelId="{4C2C0BEE-F0FC-4EC2-AF6C-029F21A80252}" srcId="{16989058-9081-4500-B972-3FB783DA25CB}" destId="{0B4F8677-E963-4B1F-A6AB-A0B2F275C104}" srcOrd="3" destOrd="0" parTransId="{87B12041-B3C3-4A5A-A62E-F0D720419114}" sibTransId="{1D226A1C-E9FA-4DC1-B7D4-256A9EF0AD41}"/>
    <dgm:cxn modelId="{E38A12F2-6150-45F9-9639-3FD198EEF218}" type="presOf" srcId="{1B35C089-2A74-48D8-8347-842EE482FA3D}" destId="{6A0CB8E5-BF93-4173-97D4-E7F0B80772DF}" srcOrd="0" destOrd="0" presId="urn:microsoft.com/office/officeart/2005/8/layout/process2"/>
    <dgm:cxn modelId="{11B873E8-5661-4AAE-8BD2-B9D16687F6C3}" type="presParOf" srcId="{2BFCB6FA-6171-4946-A5A1-AAB55C8EC7BA}" destId="{6A0CB8E5-BF93-4173-97D4-E7F0B80772DF}" srcOrd="0" destOrd="0" presId="urn:microsoft.com/office/officeart/2005/8/layout/process2"/>
    <dgm:cxn modelId="{FA2115BD-1B08-46D9-9B52-29067C697230}" type="presParOf" srcId="{2BFCB6FA-6171-4946-A5A1-AAB55C8EC7BA}" destId="{13C3E0B6-B270-452E-AD0A-8EECCA2D2993}" srcOrd="1" destOrd="0" presId="urn:microsoft.com/office/officeart/2005/8/layout/process2"/>
    <dgm:cxn modelId="{4FB96C8A-DB69-43CA-A013-4A2C092CD2B2}" type="presParOf" srcId="{13C3E0B6-B270-452E-AD0A-8EECCA2D2993}" destId="{D4AD2A7C-124D-44D6-888D-5FEFD3B5259B}" srcOrd="0" destOrd="0" presId="urn:microsoft.com/office/officeart/2005/8/layout/process2"/>
    <dgm:cxn modelId="{CBC7247F-2245-4696-B133-59FC7FB26E38}" type="presParOf" srcId="{2BFCB6FA-6171-4946-A5A1-AAB55C8EC7BA}" destId="{460FB7B5-5FA7-4E44-8382-81E9EAE577BD}" srcOrd="2" destOrd="0" presId="urn:microsoft.com/office/officeart/2005/8/layout/process2"/>
    <dgm:cxn modelId="{E9E1A75B-2443-46C1-8FC1-B093ED229E42}" type="presParOf" srcId="{2BFCB6FA-6171-4946-A5A1-AAB55C8EC7BA}" destId="{E3F1D9B6-BD76-4CF9-B5BE-6870E3D26D90}" srcOrd="3" destOrd="0" presId="urn:microsoft.com/office/officeart/2005/8/layout/process2"/>
    <dgm:cxn modelId="{A881FD3E-A032-40B6-9857-57E7CE78B1AD}" type="presParOf" srcId="{E3F1D9B6-BD76-4CF9-B5BE-6870E3D26D90}" destId="{90CC4B5D-44B4-4BF1-B0E0-4998AFF613D8}" srcOrd="0" destOrd="0" presId="urn:microsoft.com/office/officeart/2005/8/layout/process2"/>
    <dgm:cxn modelId="{4FDA08F4-7763-427B-AF40-19AEFCA1BFCF}" type="presParOf" srcId="{2BFCB6FA-6171-4946-A5A1-AAB55C8EC7BA}" destId="{BBDF2B29-1290-43B5-9EBD-CC020BB1EB8E}" srcOrd="4" destOrd="0" presId="urn:microsoft.com/office/officeart/2005/8/layout/process2"/>
    <dgm:cxn modelId="{9006F901-9E77-4D1C-B011-1091DBB3A4F9}" type="presParOf" srcId="{2BFCB6FA-6171-4946-A5A1-AAB55C8EC7BA}" destId="{A0137784-C9B8-4B30-A654-7F8650E2C4D3}" srcOrd="5" destOrd="0" presId="urn:microsoft.com/office/officeart/2005/8/layout/process2"/>
    <dgm:cxn modelId="{09969C25-A5EF-4F0C-BA71-2FF243E5DA2E}" type="presParOf" srcId="{A0137784-C9B8-4B30-A654-7F8650E2C4D3}" destId="{3A798D8C-0FFB-4115-9BCC-316EFB7A861C}" srcOrd="0" destOrd="0" presId="urn:microsoft.com/office/officeart/2005/8/layout/process2"/>
    <dgm:cxn modelId="{C2656335-3EB6-4678-ADF0-C9870FF716D7}" type="presParOf" srcId="{2BFCB6FA-6171-4946-A5A1-AAB55C8EC7BA}" destId="{549B8894-EC11-42AA-8EC1-47944E29BBDC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1F85580-D5EA-4B23-99CC-054BD2683B8B}" type="doc">
      <dgm:prSet loTypeId="urn:microsoft.com/office/officeart/2024/layout/HorizontalActionList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4E9B2775-6EE4-4C16-ABB8-B9AB21E4F305}">
      <dgm:prSet phldrT="[Text]" phldr="0" custT="1"/>
      <dgm:spPr>
        <a:solidFill>
          <a:schemeClr val="accent2">
            <a:lumMod val="50000"/>
          </a:schemeClr>
        </a:solidFill>
      </dgm:spPr>
      <dgm:t>
        <a:bodyPr/>
        <a:lstStyle/>
        <a:p>
          <a:r>
            <a:rPr lang="en-SG" sz="2400" dirty="0"/>
            <a:t>User Panel</a:t>
          </a:r>
        </a:p>
      </dgm:t>
    </dgm:pt>
    <dgm:pt modelId="{E9A6AC8C-9265-489C-B490-A7B938EAFA57}" type="parTrans" cxnId="{210BEC50-04DE-41DC-B377-6E32C32A21E0}">
      <dgm:prSet/>
      <dgm:spPr/>
      <dgm:t>
        <a:bodyPr/>
        <a:lstStyle/>
        <a:p>
          <a:endParaRPr lang="en-SG"/>
        </a:p>
      </dgm:t>
    </dgm:pt>
    <dgm:pt modelId="{DCECF33D-D8F6-4DA5-BDC0-6D0695611297}" type="sibTrans" cxnId="{210BEC50-04DE-41DC-B377-6E32C32A21E0}">
      <dgm:prSet/>
      <dgm:spPr/>
      <dgm:t>
        <a:bodyPr/>
        <a:lstStyle/>
        <a:p>
          <a:endParaRPr lang="en-SG"/>
        </a:p>
      </dgm:t>
    </dgm:pt>
    <dgm:pt modelId="{E3F5354D-7034-4526-B817-C50E5001A98E}">
      <dgm:prSet phldrT="[Text]" custT="1"/>
      <dgm:spPr/>
      <dgm:t>
        <a:bodyPr/>
        <a:lstStyle/>
        <a:p>
          <a:r>
            <a:rPr lang="en-US" sz="1800" dirty="0"/>
            <a:t>Buy coupons
Apply for seats
Report issues</a:t>
          </a:r>
          <a:endParaRPr lang="en-SG" sz="1800" dirty="0"/>
        </a:p>
      </dgm:t>
    </dgm:pt>
    <dgm:pt modelId="{011FF34C-E2A5-40EC-8715-E55438CADE12}" type="parTrans" cxnId="{EE0F2306-A1E7-4532-8C1A-28B687778274}">
      <dgm:prSet/>
      <dgm:spPr/>
      <dgm:t>
        <a:bodyPr/>
        <a:lstStyle/>
        <a:p>
          <a:endParaRPr lang="en-SG"/>
        </a:p>
      </dgm:t>
    </dgm:pt>
    <dgm:pt modelId="{3E0A985E-4993-408B-98A2-F7EB0841E0DC}" type="sibTrans" cxnId="{EE0F2306-A1E7-4532-8C1A-28B687778274}">
      <dgm:prSet/>
      <dgm:spPr/>
      <dgm:t>
        <a:bodyPr/>
        <a:lstStyle/>
        <a:p>
          <a:endParaRPr lang="en-SG"/>
        </a:p>
      </dgm:t>
    </dgm:pt>
    <dgm:pt modelId="{5AC65179-7590-4999-948C-93EE2E5E6A3A}">
      <dgm:prSet phldrT="[Text]" phldr="0" custT="1"/>
      <dgm:spPr>
        <a:solidFill>
          <a:srgbClr val="002060"/>
        </a:solidFill>
      </dgm:spPr>
      <dgm:t>
        <a:bodyPr/>
        <a:lstStyle/>
        <a:p>
          <a:r>
            <a:rPr lang="en-SG" sz="2400" dirty="0"/>
            <a:t>Admin Panel</a:t>
          </a:r>
        </a:p>
      </dgm:t>
    </dgm:pt>
    <dgm:pt modelId="{C9B285D7-0898-4E07-8E1E-6FFD47B7430F}" type="parTrans" cxnId="{CA0E191F-CB6D-4FDC-B0A2-F01DDCCAE5E6}">
      <dgm:prSet/>
      <dgm:spPr/>
      <dgm:t>
        <a:bodyPr/>
        <a:lstStyle/>
        <a:p>
          <a:endParaRPr lang="en-SG"/>
        </a:p>
      </dgm:t>
    </dgm:pt>
    <dgm:pt modelId="{FBE0995A-3D5D-45FF-A06D-ADE79D4666CA}" type="sibTrans" cxnId="{CA0E191F-CB6D-4FDC-B0A2-F01DDCCAE5E6}">
      <dgm:prSet/>
      <dgm:spPr/>
      <dgm:t>
        <a:bodyPr/>
        <a:lstStyle/>
        <a:p>
          <a:endParaRPr lang="en-SG"/>
        </a:p>
      </dgm:t>
    </dgm:pt>
    <dgm:pt modelId="{53D5ED90-FE4C-45A3-9917-B4B228C60ED9}">
      <dgm:prSet phldrT="[Text]" phldr="0" custT="1"/>
      <dgm:spPr/>
      <dgm:t>
        <a:bodyPr/>
        <a:lstStyle/>
        <a:p>
          <a:r>
            <a:rPr lang="en-SG" sz="1800" dirty="0"/>
            <a:t>Dining Management</a:t>
          </a:r>
        </a:p>
        <a:p>
          <a:r>
            <a:rPr lang="en-SG" sz="1800" dirty="0"/>
            <a:t>Inventory Manage</a:t>
          </a:r>
        </a:p>
        <a:p>
          <a:r>
            <a:rPr lang="en-SG" sz="1800" dirty="0"/>
            <a:t>Finance</a:t>
          </a:r>
        </a:p>
        <a:p>
          <a:r>
            <a:rPr lang="en-SG" sz="1800" dirty="0"/>
            <a:t>Hall Allotment</a:t>
          </a:r>
        </a:p>
      </dgm:t>
    </dgm:pt>
    <dgm:pt modelId="{21128753-3647-4768-8395-D1727A2C12D4}" type="parTrans" cxnId="{7E2AB9B8-BA09-4D8C-BB89-065560DB1447}">
      <dgm:prSet/>
      <dgm:spPr/>
      <dgm:t>
        <a:bodyPr/>
        <a:lstStyle/>
        <a:p>
          <a:endParaRPr lang="en-SG"/>
        </a:p>
      </dgm:t>
    </dgm:pt>
    <dgm:pt modelId="{F63BB529-07B0-4AB1-802B-BF00FCDCAC95}" type="sibTrans" cxnId="{7E2AB9B8-BA09-4D8C-BB89-065560DB1447}">
      <dgm:prSet/>
      <dgm:spPr/>
      <dgm:t>
        <a:bodyPr/>
        <a:lstStyle/>
        <a:p>
          <a:endParaRPr lang="en-SG"/>
        </a:p>
      </dgm:t>
    </dgm:pt>
    <dgm:pt modelId="{A65CBAED-F509-45DD-AC09-5D7641E0C4F2}" type="pres">
      <dgm:prSet presAssocID="{D1F85580-D5EA-4B23-99CC-054BD2683B8B}" presName="Name0" presStyleCnt="0">
        <dgm:presLayoutVars>
          <dgm:dir/>
          <dgm:animLvl val="lvl"/>
          <dgm:resizeHandles val="exact"/>
        </dgm:presLayoutVars>
      </dgm:prSet>
      <dgm:spPr/>
    </dgm:pt>
    <dgm:pt modelId="{5D1F3136-81F3-41B8-B42F-D094437441F6}" type="pres">
      <dgm:prSet presAssocID="{4E9B2775-6EE4-4C16-ABB8-B9AB21E4F305}" presName="composite" presStyleCnt="0"/>
      <dgm:spPr/>
    </dgm:pt>
    <dgm:pt modelId="{96881CCF-F840-4BE2-916B-AD6E24A18377}" type="pres">
      <dgm:prSet presAssocID="{4E9B2775-6EE4-4C16-ABB8-B9AB21E4F305}" presName="parTx" presStyleLbl="alignNode1" presStyleIdx="0" presStyleCnt="2">
        <dgm:presLayoutVars>
          <dgm:chMax val="0"/>
          <dgm:chPref val="0"/>
        </dgm:presLayoutVars>
      </dgm:prSet>
      <dgm:spPr/>
    </dgm:pt>
    <dgm:pt modelId="{6E3216F7-9FCE-4071-8B0E-5EA07A92C27E}" type="pres">
      <dgm:prSet presAssocID="{4E9B2775-6EE4-4C16-ABB8-B9AB21E4F305}" presName="bgOutline" presStyleLbl="fgAcc1" presStyleIdx="0" presStyleCnt="2" custScaleY="100000">
        <dgm:presLayoutVars>
          <dgm:bulletEnabled/>
        </dgm:presLayoutVars>
      </dgm:prSet>
      <dgm:spPr/>
    </dgm:pt>
    <dgm:pt modelId="{441DF82F-A0BD-4EA6-B3F9-50FA31F18D29}" type="pres">
      <dgm:prSet presAssocID="{DCECF33D-D8F6-4DA5-BDC0-6D0695611297}" presName="space" presStyleCnt="0"/>
      <dgm:spPr/>
    </dgm:pt>
    <dgm:pt modelId="{A7086D49-F427-4F3F-9AD2-BC642D90CE99}" type="pres">
      <dgm:prSet presAssocID="{5AC65179-7590-4999-948C-93EE2E5E6A3A}" presName="composite" presStyleCnt="0"/>
      <dgm:spPr/>
    </dgm:pt>
    <dgm:pt modelId="{F704679A-CC93-483E-A769-0A4F7DF13F1F}" type="pres">
      <dgm:prSet presAssocID="{5AC65179-7590-4999-948C-93EE2E5E6A3A}" presName="parTx" presStyleLbl="alignNode1" presStyleIdx="1" presStyleCnt="2">
        <dgm:presLayoutVars>
          <dgm:chMax val="0"/>
          <dgm:chPref val="0"/>
        </dgm:presLayoutVars>
      </dgm:prSet>
      <dgm:spPr/>
    </dgm:pt>
    <dgm:pt modelId="{A1A90C3C-2FA6-45A4-8E70-541989587584}" type="pres">
      <dgm:prSet presAssocID="{5AC65179-7590-4999-948C-93EE2E5E6A3A}" presName="bgOutline" presStyleLbl="fgAcc1" presStyleIdx="1" presStyleCnt="2">
        <dgm:presLayoutVars>
          <dgm:bulletEnabled/>
        </dgm:presLayoutVars>
      </dgm:prSet>
      <dgm:spPr/>
    </dgm:pt>
  </dgm:ptLst>
  <dgm:cxnLst>
    <dgm:cxn modelId="{EE0F2306-A1E7-4532-8C1A-28B687778274}" srcId="{4E9B2775-6EE4-4C16-ABB8-B9AB21E4F305}" destId="{E3F5354D-7034-4526-B817-C50E5001A98E}" srcOrd="0" destOrd="0" parTransId="{011FF34C-E2A5-40EC-8715-E55438CADE12}" sibTransId="{3E0A985E-4993-408B-98A2-F7EB0841E0DC}"/>
    <dgm:cxn modelId="{CA0E191F-CB6D-4FDC-B0A2-F01DDCCAE5E6}" srcId="{D1F85580-D5EA-4B23-99CC-054BD2683B8B}" destId="{5AC65179-7590-4999-948C-93EE2E5E6A3A}" srcOrd="1" destOrd="0" parTransId="{C9B285D7-0898-4E07-8E1E-6FFD47B7430F}" sibTransId="{FBE0995A-3D5D-45FF-A06D-ADE79D4666CA}"/>
    <dgm:cxn modelId="{79DDBC33-4864-454C-BAF7-B36A2A30D6B3}" type="presOf" srcId="{D1F85580-D5EA-4B23-99CC-054BD2683B8B}" destId="{A65CBAED-F509-45DD-AC09-5D7641E0C4F2}" srcOrd="0" destOrd="0" presId="urn:microsoft.com/office/officeart/2024/layout/HorizontalActionList"/>
    <dgm:cxn modelId="{E7867249-A8E2-4252-96E1-8C24119E4AD3}" type="presOf" srcId="{5AC65179-7590-4999-948C-93EE2E5E6A3A}" destId="{F704679A-CC93-483E-A769-0A4F7DF13F1F}" srcOrd="0" destOrd="0" presId="urn:microsoft.com/office/officeart/2024/layout/HorizontalActionList"/>
    <dgm:cxn modelId="{210BEC50-04DE-41DC-B377-6E32C32A21E0}" srcId="{D1F85580-D5EA-4B23-99CC-054BD2683B8B}" destId="{4E9B2775-6EE4-4C16-ABB8-B9AB21E4F305}" srcOrd="0" destOrd="0" parTransId="{E9A6AC8C-9265-489C-B490-A7B938EAFA57}" sibTransId="{DCECF33D-D8F6-4DA5-BDC0-6D0695611297}"/>
    <dgm:cxn modelId="{5A5CBDB5-7E65-48EA-83E2-598D375BA135}" type="presOf" srcId="{53D5ED90-FE4C-45A3-9917-B4B228C60ED9}" destId="{A1A90C3C-2FA6-45A4-8E70-541989587584}" srcOrd="0" destOrd="0" presId="urn:microsoft.com/office/officeart/2024/layout/HorizontalActionList"/>
    <dgm:cxn modelId="{7E2AB9B8-BA09-4D8C-BB89-065560DB1447}" srcId="{5AC65179-7590-4999-948C-93EE2E5E6A3A}" destId="{53D5ED90-FE4C-45A3-9917-B4B228C60ED9}" srcOrd="0" destOrd="0" parTransId="{21128753-3647-4768-8395-D1727A2C12D4}" sibTransId="{F63BB529-07B0-4AB1-802B-BF00FCDCAC95}"/>
    <dgm:cxn modelId="{806964E2-CA5B-4340-B0FD-D2B82F2C82C5}" type="presOf" srcId="{E3F5354D-7034-4526-B817-C50E5001A98E}" destId="{6E3216F7-9FCE-4071-8B0E-5EA07A92C27E}" srcOrd="0" destOrd="0" presId="urn:microsoft.com/office/officeart/2024/layout/HorizontalActionList"/>
    <dgm:cxn modelId="{AC42BCFC-B596-433E-A101-2EA51520DF10}" type="presOf" srcId="{4E9B2775-6EE4-4C16-ABB8-B9AB21E4F305}" destId="{96881CCF-F840-4BE2-916B-AD6E24A18377}" srcOrd="0" destOrd="0" presId="urn:microsoft.com/office/officeart/2024/layout/HorizontalActionList"/>
    <dgm:cxn modelId="{64CE3712-EDDE-4647-ADB4-3DD6476C2D21}" type="presParOf" srcId="{A65CBAED-F509-45DD-AC09-5D7641E0C4F2}" destId="{5D1F3136-81F3-41B8-B42F-D094437441F6}" srcOrd="0" destOrd="0" presId="urn:microsoft.com/office/officeart/2024/layout/HorizontalActionList"/>
    <dgm:cxn modelId="{1DD7C3D4-9D19-435F-957B-03620806BCCA}" type="presParOf" srcId="{5D1F3136-81F3-41B8-B42F-D094437441F6}" destId="{96881CCF-F840-4BE2-916B-AD6E24A18377}" srcOrd="0" destOrd="0" presId="urn:microsoft.com/office/officeart/2024/layout/HorizontalActionList"/>
    <dgm:cxn modelId="{8AB41D12-52D6-4916-9793-72C8FD66D3D4}" type="presParOf" srcId="{5D1F3136-81F3-41B8-B42F-D094437441F6}" destId="{6E3216F7-9FCE-4071-8B0E-5EA07A92C27E}" srcOrd="1" destOrd="0" presId="urn:microsoft.com/office/officeart/2024/layout/HorizontalActionList"/>
    <dgm:cxn modelId="{783E360D-45F3-4B5F-AFFF-BC447F7F3B81}" type="presParOf" srcId="{A65CBAED-F509-45DD-AC09-5D7641E0C4F2}" destId="{441DF82F-A0BD-4EA6-B3F9-50FA31F18D29}" srcOrd="1" destOrd="0" presId="urn:microsoft.com/office/officeart/2024/layout/HorizontalActionList"/>
    <dgm:cxn modelId="{6AD12FB2-E193-4B88-8FA9-DD2652C91E8F}" type="presParOf" srcId="{A65CBAED-F509-45DD-AC09-5D7641E0C4F2}" destId="{A7086D49-F427-4F3F-9AD2-BC642D90CE99}" srcOrd="2" destOrd="0" presId="urn:microsoft.com/office/officeart/2024/layout/HorizontalActionList"/>
    <dgm:cxn modelId="{9C5D6293-DB71-466C-B76E-9D253DF2CD46}" type="presParOf" srcId="{A7086D49-F427-4F3F-9AD2-BC642D90CE99}" destId="{F704679A-CC93-483E-A769-0A4F7DF13F1F}" srcOrd="0" destOrd="0" presId="urn:microsoft.com/office/officeart/2024/layout/HorizontalActionList"/>
    <dgm:cxn modelId="{F7EDBA45-8584-4864-B99D-D64A9833F5DA}" type="presParOf" srcId="{A7086D49-F427-4F3F-9AD2-BC642D90CE99}" destId="{A1A90C3C-2FA6-45A4-8E70-541989587584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2E7A07E-3DC7-471D-9813-A53DEBC28A32}" type="doc">
      <dgm:prSet loTypeId="urn:microsoft.com/office/officeart/2005/8/layout/hList1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SG"/>
        </a:p>
      </dgm:t>
    </dgm:pt>
    <dgm:pt modelId="{6420EEFA-D55F-4107-BFF2-A5EF9402769E}">
      <dgm:prSet phldrT="[Text]" phldr="0" custT="1"/>
      <dgm:spPr/>
      <dgm:t>
        <a:bodyPr/>
        <a:lstStyle/>
        <a:p>
          <a:r>
            <a:rPr lang="en-SG" sz="2200" dirty="0"/>
            <a:t>Student</a:t>
          </a:r>
        </a:p>
      </dgm:t>
    </dgm:pt>
    <dgm:pt modelId="{EE371FEF-A313-491B-8FC1-DD64908DE71B}" type="parTrans" cxnId="{91296001-FB60-49F0-BEB6-F5DDCA66919F}">
      <dgm:prSet/>
      <dgm:spPr/>
      <dgm:t>
        <a:bodyPr/>
        <a:lstStyle/>
        <a:p>
          <a:endParaRPr lang="en-SG"/>
        </a:p>
      </dgm:t>
    </dgm:pt>
    <dgm:pt modelId="{288AC648-9A96-4290-AC4C-2FC07B6D9159}" type="sibTrans" cxnId="{91296001-FB60-49F0-BEB6-F5DDCA66919F}">
      <dgm:prSet/>
      <dgm:spPr/>
      <dgm:t>
        <a:bodyPr/>
        <a:lstStyle/>
        <a:p>
          <a:endParaRPr lang="en-SG"/>
        </a:p>
      </dgm:t>
    </dgm:pt>
    <dgm:pt modelId="{0929E1CA-F0DD-4A9B-9946-EB81500B688C}">
      <dgm:prSet phldrT="[Text]" phldr="0" custT="1"/>
      <dgm:spPr/>
      <dgm:t>
        <a:bodyPr/>
        <a:lstStyle/>
        <a:p>
          <a:r>
            <a:rPr lang="en-SG" sz="1800" dirty="0"/>
            <a:t>Coupons</a:t>
          </a:r>
        </a:p>
      </dgm:t>
    </dgm:pt>
    <dgm:pt modelId="{E9CEE39C-2E8A-4B73-8228-F56AD44E4F1F}" type="parTrans" cxnId="{DE12943A-2771-41F6-AF8C-A6B54B9BD64C}">
      <dgm:prSet/>
      <dgm:spPr/>
      <dgm:t>
        <a:bodyPr/>
        <a:lstStyle/>
        <a:p>
          <a:endParaRPr lang="en-SG"/>
        </a:p>
      </dgm:t>
    </dgm:pt>
    <dgm:pt modelId="{6810AAE0-470D-4F9A-9509-5A9F00E6816A}" type="sibTrans" cxnId="{DE12943A-2771-41F6-AF8C-A6B54B9BD64C}">
      <dgm:prSet/>
      <dgm:spPr/>
      <dgm:t>
        <a:bodyPr/>
        <a:lstStyle/>
        <a:p>
          <a:endParaRPr lang="en-SG"/>
        </a:p>
      </dgm:t>
    </dgm:pt>
    <dgm:pt modelId="{C20ED9EF-CA3C-4663-8547-F33EC5F495C4}">
      <dgm:prSet phldrT="[Text]" phldr="0" custT="1"/>
      <dgm:spPr/>
      <dgm:t>
        <a:bodyPr/>
        <a:lstStyle/>
        <a:p>
          <a:r>
            <a:rPr lang="en-SG" sz="2200" dirty="0"/>
            <a:t>Dining Manager</a:t>
          </a:r>
        </a:p>
      </dgm:t>
    </dgm:pt>
    <dgm:pt modelId="{2653B032-A3F1-424C-9E7D-276D893F94F2}" type="parTrans" cxnId="{8C70CA53-69C4-4968-8CD8-7B72716544BA}">
      <dgm:prSet/>
      <dgm:spPr/>
      <dgm:t>
        <a:bodyPr/>
        <a:lstStyle/>
        <a:p>
          <a:endParaRPr lang="en-SG"/>
        </a:p>
      </dgm:t>
    </dgm:pt>
    <dgm:pt modelId="{4B415F4B-674F-4B52-843F-0AE88C093320}" type="sibTrans" cxnId="{8C70CA53-69C4-4968-8CD8-7B72716544BA}">
      <dgm:prSet/>
      <dgm:spPr/>
      <dgm:t>
        <a:bodyPr/>
        <a:lstStyle/>
        <a:p>
          <a:endParaRPr lang="en-SG"/>
        </a:p>
      </dgm:t>
    </dgm:pt>
    <dgm:pt modelId="{EE47EC77-35E4-4255-BB58-4BC748A959EB}">
      <dgm:prSet phldrT="[Text]" phldr="0" custT="1"/>
      <dgm:spPr/>
      <dgm:t>
        <a:bodyPr/>
        <a:lstStyle/>
        <a:p>
          <a:r>
            <a:rPr lang="en-SG" sz="1800" dirty="0"/>
            <a:t>Menu</a:t>
          </a:r>
        </a:p>
      </dgm:t>
    </dgm:pt>
    <dgm:pt modelId="{1C13CB9D-0CFB-46D6-B3CE-1BD9BADCFE60}" type="parTrans" cxnId="{C557880B-C3D9-4AD0-9BF8-737A8DC312C3}">
      <dgm:prSet/>
      <dgm:spPr/>
      <dgm:t>
        <a:bodyPr/>
        <a:lstStyle/>
        <a:p>
          <a:endParaRPr lang="en-SG"/>
        </a:p>
      </dgm:t>
    </dgm:pt>
    <dgm:pt modelId="{568E148C-6F13-4330-864B-129A8B24E8DC}" type="sibTrans" cxnId="{C557880B-C3D9-4AD0-9BF8-737A8DC312C3}">
      <dgm:prSet/>
      <dgm:spPr/>
      <dgm:t>
        <a:bodyPr/>
        <a:lstStyle/>
        <a:p>
          <a:endParaRPr lang="en-SG"/>
        </a:p>
      </dgm:t>
    </dgm:pt>
    <dgm:pt modelId="{E8C36456-8D73-44A8-91ED-961E4861AF0B}">
      <dgm:prSet phldrT="[Text]" phldr="0" custT="1"/>
      <dgm:spPr/>
      <dgm:t>
        <a:bodyPr/>
        <a:lstStyle/>
        <a:p>
          <a:r>
            <a:rPr lang="en-SG" sz="1800" dirty="0"/>
            <a:t>Meals</a:t>
          </a:r>
        </a:p>
      </dgm:t>
    </dgm:pt>
    <dgm:pt modelId="{DCF39693-1F79-4E75-9D4F-B348EEA4A55F}" type="parTrans" cxnId="{D5FD1F7F-3160-482D-82DE-FF085EE8E7AA}">
      <dgm:prSet/>
      <dgm:spPr/>
      <dgm:t>
        <a:bodyPr/>
        <a:lstStyle/>
        <a:p>
          <a:endParaRPr lang="en-SG"/>
        </a:p>
      </dgm:t>
    </dgm:pt>
    <dgm:pt modelId="{CAB0614C-7BDD-417B-9978-11CC7C8A6134}" type="sibTrans" cxnId="{D5FD1F7F-3160-482D-82DE-FF085EE8E7AA}">
      <dgm:prSet/>
      <dgm:spPr/>
      <dgm:t>
        <a:bodyPr/>
        <a:lstStyle/>
        <a:p>
          <a:endParaRPr lang="en-SG"/>
        </a:p>
      </dgm:t>
    </dgm:pt>
    <dgm:pt modelId="{CF08AEE2-AD1F-495F-AF14-239EE4757024}">
      <dgm:prSet phldrT="[Text]" phldr="0" custT="1"/>
      <dgm:spPr/>
      <dgm:t>
        <a:bodyPr/>
        <a:lstStyle/>
        <a:p>
          <a:r>
            <a:rPr lang="en-SG" sz="2200" dirty="0"/>
            <a:t>Provost</a:t>
          </a:r>
        </a:p>
      </dgm:t>
    </dgm:pt>
    <dgm:pt modelId="{5A03B80C-260E-48CC-AAB5-2AE0A9950518}" type="parTrans" cxnId="{1917496C-3032-4784-86EF-0F8B309A244B}">
      <dgm:prSet/>
      <dgm:spPr/>
      <dgm:t>
        <a:bodyPr/>
        <a:lstStyle/>
        <a:p>
          <a:endParaRPr lang="en-SG"/>
        </a:p>
      </dgm:t>
    </dgm:pt>
    <dgm:pt modelId="{CD7EF721-FC6A-463B-ABFF-2D6699AD8B3A}" type="sibTrans" cxnId="{1917496C-3032-4784-86EF-0F8B309A244B}">
      <dgm:prSet/>
      <dgm:spPr/>
      <dgm:t>
        <a:bodyPr/>
        <a:lstStyle/>
        <a:p>
          <a:endParaRPr lang="en-SG"/>
        </a:p>
      </dgm:t>
    </dgm:pt>
    <dgm:pt modelId="{29D63541-3478-444F-81DA-EC0D64A32057}">
      <dgm:prSet phldrT="[Text]" phldr="0" custT="1"/>
      <dgm:spPr/>
      <dgm:t>
        <a:bodyPr/>
        <a:lstStyle/>
        <a:p>
          <a:r>
            <a:rPr lang="en-SG" sz="1800" dirty="0"/>
            <a:t>Hall Manage</a:t>
          </a:r>
        </a:p>
      </dgm:t>
    </dgm:pt>
    <dgm:pt modelId="{A78A457D-591A-40AC-8738-227B8F3816AC}" type="parTrans" cxnId="{03A3C1AB-0336-4416-B7A2-6F131ADAA57E}">
      <dgm:prSet/>
      <dgm:spPr/>
      <dgm:t>
        <a:bodyPr/>
        <a:lstStyle/>
        <a:p>
          <a:endParaRPr lang="en-SG"/>
        </a:p>
      </dgm:t>
    </dgm:pt>
    <dgm:pt modelId="{E8189071-D262-44F6-9B5F-45F57BA12404}" type="sibTrans" cxnId="{03A3C1AB-0336-4416-B7A2-6F131ADAA57E}">
      <dgm:prSet/>
      <dgm:spPr/>
      <dgm:t>
        <a:bodyPr/>
        <a:lstStyle/>
        <a:p>
          <a:endParaRPr lang="en-SG"/>
        </a:p>
      </dgm:t>
    </dgm:pt>
    <dgm:pt modelId="{A9CB7660-483C-4737-B78B-432BF1861195}">
      <dgm:prSet phldrT="[Text]" phldr="0" custT="1"/>
      <dgm:spPr/>
      <dgm:t>
        <a:bodyPr/>
        <a:lstStyle/>
        <a:p>
          <a:r>
            <a:rPr lang="en-SG" sz="1800" dirty="0"/>
            <a:t>Finance</a:t>
          </a:r>
        </a:p>
      </dgm:t>
    </dgm:pt>
    <dgm:pt modelId="{3CB1C237-2C38-486F-9771-9195B1EF9909}" type="parTrans" cxnId="{35DDE895-2F64-4C12-ADDE-798E985B7986}">
      <dgm:prSet/>
      <dgm:spPr/>
      <dgm:t>
        <a:bodyPr/>
        <a:lstStyle/>
        <a:p>
          <a:endParaRPr lang="en-SG"/>
        </a:p>
      </dgm:t>
    </dgm:pt>
    <dgm:pt modelId="{D4D3E240-D3EC-4E74-9AE0-E33F5AA6A87A}" type="sibTrans" cxnId="{35DDE895-2F64-4C12-ADDE-798E985B7986}">
      <dgm:prSet/>
      <dgm:spPr/>
      <dgm:t>
        <a:bodyPr/>
        <a:lstStyle/>
        <a:p>
          <a:endParaRPr lang="en-SG"/>
        </a:p>
      </dgm:t>
    </dgm:pt>
    <dgm:pt modelId="{F57C85BC-6CCD-40A3-BC30-3071A5EB1476}">
      <dgm:prSet phldrT="[Text]" phldr="0" custT="1"/>
      <dgm:spPr/>
      <dgm:t>
        <a:bodyPr/>
        <a:lstStyle/>
        <a:p>
          <a:r>
            <a:rPr lang="en-SG" sz="2200" dirty="0"/>
            <a:t>DSW</a:t>
          </a:r>
        </a:p>
      </dgm:t>
    </dgm:pt>
    <dgm:pt modelId="{1745AFC6-74AC-4750-977C-F8F240C3750E}" type="parTrans" cxnId="{13C4AD79-B534-46C7-A132-A4878B1D833C}">
      <dgm:prSet/>
      <dgm:spPr/>
      <dgm:t>
        <a:bodyPr/>
        <a:lstStyle/>
        <a:p>
          <a:endParaRPr lang="en-SG"/>
        </a:p>
      </dgm:t>
    </dgm:pt>
    <dgm:pt modelId="{2978B4FB-C764-415A-8A6A-5C6B2CCDF416}" type="sibTrans" cxnId="{13C4AD79-B534-46C7-A132-A4878B1D833C}">
      <dgm:prSet/>
      <dgm:spPr/>
      <dgm:t>
        <a:bodyPr/>
        <a:lstStyle/>
        <a:p>
          <a:endParaRPr lang="en-SG"/>
        </a:p>
      </dgm:t>
    </dgm:pt>
    <dgm:pt modelId="{A7D4576E-D239-408C-B899-130DE70CADBD}">
      <dgm:prSet phldrT="[Text]" phldr="0" custT="1"/>
      <dgm:spPr/>
      <dgm:t>
        <a:bodyPr/>
        <a:lstStyle/>
        <a:p>
          <a:r>
            <a:rPr lang="en-SG" sz="1800" dirty="0"/>
            <a:t>Applications</a:t>
          </a:r>
        </a:p>
      </dgm:t>
    </dgm:pt>
    <dgm:pt modelId="{74548362-46A0-4F87-91C2-85CAB55AC191}" type="parTrans" cxnId="{01F9C7CF-0006-4D4D-AEED-9AB2097F64B1}">
      <dgm:prSet/>
      <dgm:spPr/>
      <dgm:t>
        <a:bodyPr/>
        <a:lstStyle/>
        <a:p>
          <a:endParaRPr lang="en-SG"/>
        </a:p>
      </dgm:t>
    </dgm:pt>
    <dgm:pt modelId="{E305321E-F465-4D6D-9A6F-2F86EE5C2A08}" type="sibTrans" cxnId="{01F9C7CF-0006-4D4D-AEED-9AB2097F64B1}">
      <dgm:prSet/>
      <dgm:spPr/>
      <dgm:t>
        <a:bodyPr/>
        <a:lstStyle/>
        <a:p>
          <a:endParaRPr lang="en-SG"/>
        </a:p>
      </dgm:t>
    </dgm:pt>
    <dgm:pt modelId="{98746790-DE8A-47EE-AF53-F4CDC05BACA9}">
      <dgm:prSet custT="1"/>
      <dgm:spPr/>
      <dgm:t>
        <a:bodyPr/>
        <a:lstStyle/>
        <a:p>
          <a:r>
            <a:rPr lang="en-SG" sz="1800" dirty="0"/>
            <a:t>Hall Allotment</a:t>
          </a:r>
        </a:p>
      </dgm:t>
    </dgm:pt>
    <dgm:pt modelId="{5E63E63B-67C7-47AD-9561-F5F9DE222AD3}" type="parTrans" cxnId="{F7D876F8-2C62-45C4-BBBA-0894B4EAC091}">
      <dgm:prSet/>
      <dgm:spPr/>
      <dgm:t>
        <a:bodyPr/>
        <a:lstStyle/>
        <a:p>
          <a:endParaRPr lang="en-SG"/>
        </a:p>
      </dgm:t>
    </dgm:pt>
    <dgm:pt modelId="{735311F4-E5AC-4C61-815C-77A03C7CD777}" type="sibTrans" cxnId="{F7D876F8-2C62-45C4-BBBA-0894B4EAC091}">
      <dgm:prSet/>
      <dgm:spPr/>
      <dgm:t>
        <a:bodyPr/>
        <a:lstStyle/>
        <a:p>
          <a:endParaRPr lang="en-SG"/>
        </a:p>
      </dgm:t>
    </dgm:pt>
    <dgm:pt modelId="{1C1EDD51-E43B-43A4-99C5-F1F77C5E393C}" type="pres">
      <dgm:prSet presAssocID="{32E7A07E-3DC7-471D-9813-A53DEBC28A32}" presName="Name0" presStyleCnt="0">
        <dgm:presLayoutVars>
          <dgm:dir/>
          <dgm:animLvl val="lvl"/>
          <dgm:resizeHandles val="exact"/>
        </dgm:presLayoutVars>
      </dgm:prSet>
      <dgm:spPr/>
    </dgm:pt>
    <dgm:pt modelId="{B18679E0-719A-46F0-B8DD-FEFB07CA7DFE}" type="pres">
      <dgm:prSet presAssocID="{6420EEFA-D55F-4107-BFF2-A5EF9402769E}" presName="composite" presStyleCnt="0"/>
      <dgm:spPr/>
    </dgm:pt>
    <dgm:pt modelId="{E69CAADC-D52A-4E1B-87E1-B7784C324B93}" type="pres">
      <dgm:prSet presAssocID="{6420EEFA-D55F-4107-BFF2-A5EF9402769E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8AC271DA-8DF7-4D0E-8A71-EA21CD3EA170}" type="pres">
      <dgm:prSet presAssocID="{6420EEFA-D55F-4107-BFF2-A5EF9402769E}" presName="desTx" presStyleLbl="alignAccFollowNode1" presStyleIdx="0" presStyleCnt="4" custScaleY="77835">
        <dgm:presLayoutVars>
          <dgm:bulletEnabled val="1"/>
        </dgm:presLayoutVars>
      </dgm:prSet>
      <dgm:spPr/>
    </dgm:pt>
    <dgm:pt modelId="{E7E41B77-951D-46BC-A683-EB3F53B8755F}" type="pres">
      <dgm:prSet presAssocID="{288AC648-9A96-4290-AC4C-2FC07B6D9159}" presName="space" presStyleCnt="0"/>
      <dgm:spPr/>
    </dgm:pt>
    <dgm:pt modelId="{1464B483-0B4A-4E60-80B7-E89B060DB0BB}" type="pres">
      <dgm:prSet presAssocID="{C20ED9EF-CA3C-4663-8547-F33EC5F495C4}" presName="composite" presStyleCnt="0"/>
      <dgm:spPr/>
    </dgm:pt>
    <dgm:pt modelId="{2E619E88-302E-416A-90C9-96F2704DA918}" type="pres">
      <dgm:prSet presAssocID="{C20ED9EF-CA3C-4663-8547-F33EC5F495C4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A6903A5C-FEF8-4DA4-9009-96FEC7D0DF4B}" type="pres">
      <dgm:prSet presAssocID="{C20ED9EF-CA3C-4663-8547-F33EC5F495C4}" presName="desTx" presStyleLbl="alignAccFollowNode1" presStyleIdx="1" presStyleCnt="4" custScaleY="77835">
        <dgm:presLayoutVars>
          <dgm:bulletEnabled val="1"/>
        </dgm:presLayoutVars>
      </dgm:prSet>
      <dgm:spPr/>
    </dgm:pt>
    <dgm:pt modelId="{82BB954E-E1A1-4496-BBB2-1987CCE55AE9}" type="pres">
      <dgm:prSet presAssocID="{4B415F4B-674F-4B52-843F-0AE88C093320}" presName="space" presStyleCnt="0"/>
      <dgm:spPr/>
    </dgm:pt>
    <dgm:pt modelId="{B1E4DE76-C620-4C46-BA20-C9458072E84A}" type="pres">
      <dgm:prSet presAssocID="{CF08AEE2-AD1F-495F-AF14-239EE4757024}" presName="composite" presStyleCnt="0"/>
      <dgm:spPr/>
    </dgm:pt>
    <dgm:pt modelId="{6C67ED01-E1E1-4AF1-A8BA-81DB661907A3}" type="pres">
      <dgm:prSet presAssocID="{CF08AEE2-AD1F-495F-AF14-239EE4757024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018E7F01-2A22-47C0-9F4B-0DF10C422D85}" type="pres">
      <dgm:prSet presAssocID="{CF08AEE2-AD1F-495F-AF14-239EE4757024}" presName="desTx" presStyleLbl="alignAccFollowNode1" presStyleIdx="2" presStyleCnt="4" custScaleY="77835">
        <dgm:presLayoutVars>
          <dgm:bulletEnabled val="1"/>
        </dgm:presLayoutVars>
      </dgm:prSet>
      <dgm:spPr/>
    </dgm:pt>
    <dgm:pt modelId="{2DC93F10-F5C2-4843-B059-E0A5EC9A5564}" type="pres">
      <dgm:prSet presAssocID="{CD7EF721-FC6A-463B-ABFF-2D6699AD8B3A}" presName="space" presStyleCnt="0"/>
      <dgm:spPr/>
    </dgm:pt>
    <dgm:pt modelId="{CDBB1DB6-8EEC-4784-90DC-6FE0F5A2F1AF}" type="pres">
      <dgm:prSet presAssocID="{F57C85BC-6CCD-40A3-BC30-3071A5EB1476}" presName="composite" presStyleCnt="0"/>
      <dgm:spPr/>
    </dgm:pt>
    <dgm:pt modelId="{CBB5A2F7-793C-4484-AB3D-6C698E953639}" type="pres">
      <dgm:prSet presAssocID="{F57C85BC-6CCD-40A3-BC30-3071A5EB1476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BCA5309F-36D3-429B-B2D1-14642A142705}" type="pres">
      <dgm:prSet presAssocID="{F57C85BC-6CCD-40A3-BC30-3071A5EB1476}" presName="desTx" presStyleLbl="alignAccFollowNode1" presStyleIdx="3" presStyleCnt="4" custScaleY="77835">
        <dgm:presLayoutVars>
          <dgm:bulletEnabled val="1"/>
        </dgm:presLayoutVars>
      </dgm:prSet>
      <dgm:spPr/>
    </dgm:pt>
  </dgm:ptLst>
  <dgm:cxnLst>
    <dgm:cxn modelId="{91296001-FB60-49F0-BEB6-F5DDCA66919F}" srcId="{32E7A07E-3DC7-471D-9813-A53DEBC28A32}" destId="{6420EEFA-D55F-4107-BFF2-A5EF9402769E}" srcOrd="0" destOrd="0" parTransId="{EE371FEF-A313-491B-8FC1-DD64908DE71B}" sibTransId="{288AC648-9A96-4290-AC4C-2FC07B6D9159}"/>
    <dgm:cxn modelId="{C557880B-C3D9-4AD0-9BF8-737A8DC312C3}" srcId="{C20ED9EF-CA3C-4663-8547-F33EC5F495C4}" destId="{EE47EC77-35E4-4255-BB58-4BC748A959EB}" srcOrd="0" destOrd="0" parTransId="{1C13CB9D-0CFB-46D6-B3CE-1BD9BADCFE60}" sibTransId="{568E148C-6F13-4330-864B-129A8B24E8DC}"/>
    <dgm:cxn modelId="{2622FE1C-1D61-4D7B-B0B0-A72704474371}" type="presOf" srcId="{A9CB7660-483C-4737-B78B-432BF1861195}" destId="{018E7F01-2A22-47C0-9F4B-0DF10C422D85}" srcOrd="0" destOrd="1" presId="urn:microsoft.com/office/officeart/2005/8/layout/hList1"/>
    <dgm:cxn modelId="{8B106038-54D0-45CF-81E9-8327181D98B9}" type="presOf" srcId="{C20ED9EF-CA3C-4663-8547-F33EC5F495C4}" destId="{2E619E88-302E-416A-90C9-96F2704DA918}" srcOrd="0" destOrd="0" presId="urn:microsoft.com/office/officeart/2005/8/layout/hList1"/>
    <dgm:cxn modelId="{DE12943A-2771-41F6-AF8C-A6B54B9BD64C}" srcId="{6420EEFA-D55F-4107-BFF2-A5EF9402769E}" destId="{0929E1CA-F0DD-4A9B-9946-EB81500B688C}" srcOrd="0" destOrd="0" parTransId="{E9CEE39C-2E8A-4B73-8228-F56AD44E4F1F}" sibTransId="{6810AAE0-470D-4F9A-9509-5A9F00E6816A}"/>
    <dgm:cxn modelId="{6D3D5167-0099-4E36-871A-096584E8DFA4}" type="presOf" srcId="{98746790-DE8A-47EE-AF53-F4CDC05BACA9}" destId="{BCA5309F-36D3-429B-B2D1-14642A142705}" srcOrd="0" destOrd="0" presId="urn:microsoft.com/office/officeart/2005/8/layout/hList1"/>
    <dgm:cxn modelId="{1917496C-3032-4784-86EF-0F8B309A244B}" srcId="{32E7A07E-3DC7-471D-9813-A53DEBC28A32}" destId="{CF08AEE2-AD1F-495F-AF14-239EE4757024}" srcOrd="2" destOrd="0" parTransId="{5A03B80C-260E-48CC-AAB5-2AE0A9950518}" sibTransId="{CD7EF721-FC6A-463B-ABFF-2D6699AD8B3A}"/>
    <dgm:cxn modelId="{EE0C7950-CD38-481E-B575-BFAB8611B9E6}" type="presOf" srcId="{32E7A07E-3DC7-471D-9813-A53DEBC28A32}" destId="{1C1EDD51-E43B-43A4-99C5-F1F77C5E393C}" srcOrd="0" destOrd="0" presId="urn:microsoft.com/office/officeart/2005/8/layout/hList1"/>
    <dgm:cxn modelId="{8C70CA53-69C4-4968-8CD8-7B72716544BA}" srcId="{32E7A07E-3DC7-471D-9813-A53DEBC28A32}" destId="{C20ED9EF-CA3C-4663-8547-F33EC5F495C4}" srcOrd="1" destOrd="0" parTransId="{2653B032-A3F1-424C-9E7D-276D893F94F2}" sibTransId="{4B415F4B-674F-4B52-843F-0AE88C093320}"/>
    <dgm:cxn modelId="{13C4AD79-B534-46C7-A132-A4878B1D833C}" srcId="{32E7A07E-3DC7-471D-9813-A53DEBC28A32}" destId="{F57C85BC-6CCD-40A3-BC30-3071A5EB1476}" srcOrd="3" destOrd="0" parTransId="{1745AFC6-74AC-4750-977C-F8F240C3750E}" sibTransId="{2978B4FB-C764-415A-8A6A-5C6B2CCDF416}"/>
    <dgm:cxn modelId="{D5FD1F7F-3160-482D-82DE-FF085EE8E7AA}" srcId="{C20ED9EF-CA3C-4663-8547-F33EC5F495C4}" destId="{E8C36456-8D73-44A8-91ED-961E4861AF0B}" srcOrd="1" destOrd="0" parTransId="{DCF39693-1F79-4E75-9D4F-B348EEA4A55F}" sibTransId="{CAB0614C-7BDD-417B-9978-11CC7C8A6134}"/>
    <dgm:cxn modelId="{1B8FF682-E389-454D-9600-F9AC62AA4995}" type="presOf" srcId="{F57C85BC-6CCD-40A3-BC30-3071A5EB1476}" destId="{CBB5A2F7-793C-4484-AB3D-6C698E953639}" srcOrd="0" destOrd="0" presId="urn:microsoft.com/office/officeart/2005/8/layout/hList1"/>
    <dgm:cxn modelId="{9A9A1083-7F0E-4722-86EA-CBEF976E61A9}" type="presOf" srcId="{A7D4576E-D239-408C-B899-130DE70CADBD}" destId="{8AC271DA-8DF7-4D0E-8A71-EA21CD3EA170}" srcOrd="0" destOrd="1" presId="urn:microsoft.com/office/officeart/2005/8/layout/hList1"/>
    <dgm:cxn modelId="{1A363291-CB1A-4B45-B85D-E40B37E47075}" type="presOf" srcId="{29D63541-3478-444F-81DA-EC0D64A32057}" destId="{018E7F01-2A22-47C0-9F4B-0DF10C422D85}" srcOrd="0" destOrd="0" presId="urn:microsoft.com/office/officeart/2005/8/layout/hList1"/>
    <dgm:cxn modelId="{35DDE895-2F64-4C12-ADDE-798E985B7986}" srcId="{CF08AEE2-AD1F-495F-AF14-239EE4757024}" destId="{A9CB7660-483C-4737-B78B-432BF1861195}" srcOrd="1" destOrd="0" parTransId="{3CB1C237-2C38-486F-9771-9195B1EF9909}" sibTransId="{D4D3E240-D3EC-4E74-9AE0-E33F5AA6A87A}"/>
    <dgm:cxn modelId="{28FD469F-B88F-44C3-A2C1-996C74CEB070}" type="presOf" srcId="{E8C36456-8D73-44A8-91ED-961E4861AF0B}" destId="{A6903A5C-FEF8-4DA4-9009-96FEC7D0DF4B}" srcOrd="0" destOrd="1" presId="urn:microsoft.com/office/officeart/2005/8/layout/hList1"/>
    <dgm:cxn modelId="{03A3C1AB-0336-4416-B7A2-6F131ADAA57E}" srcId="{CF08AEE2-AD1F-495F-AF14-239EE4757024}" destId="{29D63541-3478-444F-81DA-EC0D64A32057}" srcOrd="0" destOrd="0" parTransId="{A78A457D-591A-40AC-8738-227B8F3816AC}" sibTransId="{E8189071-D262-44F6-9B5F-45F57BA12404}"/>
    <dgm:cxn modelId="{710B6DB2-3C38-45C0-AFD8-5C1A7AE1C617}" type="presOf" srcId="{0929E1CA-F0DD-4A9B-9946-EB81500B688C}" destId="{8AC271DA-8DF7-4D0E-8A71-EA21CD3EA170}" srcOrd="0" destOrd="0" presId="urn:microsoft.com/office/officeart/2005/8/layout/hList1"/>
    <dgm:cxn modelId="{9E931FBD-6545-44AE-A37A-C251CE8DAD51}" type="presOf" srcId="{CF08AEE2-AD1F-495F-AF14-239EE4757024}" destId="{6C67ED01-E1E1-4AF1-A8BA-81DB661907A3}" srcOrd="0" destOrd="0" presId="urn:microsoft.com/office/officeart/2005/8/layout/hList1"/>
    <dgm:cxn modelId="{D29395C5-3A14-4E5A-883E-09255961E6BC}" type="presOf" srcId="{6420EEFA-D55F-4107-BFF2-A5EF9402769E}" destId="{E69CAADC-D52A-4E1B-87E1-B7784C324B93}" srcOrd="0" destOrd="0" presId="urn:microsoft.com/office/officeart/2005/8/layout/hList1"/>
    <dgm:cxn modelId="{01F9C7CF-0006-4D4D-AEED-9AB2097F64B1}" srcId="{6420EEFA-D55F-4107-BFF2-A5EF9402769E}" destId="{A7D4576E-D239-408C-B899-130DE70CADBD}" srcOrd="1" destOrd="0" parTransId="{74548362-46A0-4F87-91C2-85CAB55AC191}" sibTransId="{E305321E-F465-4D6D-9A6F-2F86EE5C2A08}"/>
    <dgm:cxn modelId="{95A1E6ED-D31B-4A6D-B1FD-57F515193BED}" type="presOf" srcId="{EE47EC77-35E4-4255-BB58-4BC748A959EB}" destId="{A6903A5C-FEF8-4DA4-9009-96FEC7D0DF4B}" srcOrd="0" destOrd="0" presId="urn:microsoft.com/office/officeart/2005/8/layout/hList1"/>
    <dgm:cxn modelId="{F7D876F8-2C62-45C4-BBBA-0894B4EAC091}" srcId="{F57C85BC-6CCD-40A3-BC30-3071A5EB1476}" destId="{98746790-DE8A-47EE-AF53-F4CDC05BACA9}" srcOrd="0" destOrd="0" parTransId="{5E63E63B-67C7-47AD-9561-F5F9DE222AD3}" sibTransId="{735311F4-E5AC-4C61-815C-77A03C7CD777}"/>
    <dgm:cxn modelId="{183F656B-061F-4D85-97C0-C3D240B5DA66}" type="presParOf" srcId="{1C1EDD51-E43B-43A4-99C5-F1F77C5E393C}" destId="{B18679E0-719A-46F0-B8DD-FEFB07CA7DFE}" srcOrd="0" destOrd="0" presId="urn:microsoft.com/office/officeart/2005/8/layout/hList1"/>
    <dgm:cxn modelId="{C85FCD64-4A53-4D4E-8E55-7661EBAD51E7}" type="presParOf" srcId="{B18679E0-719A-46F0-B8DD-FEFB07CA7DFE}" destId="{E69CAADC-D52A-4E1B-87E1-B7784C324B93}" srcOrd="0" destOrd="0" presId="urn:microsoft.com/office/officeart/2005/8/layout/hList1"/>
    <dgm:cxn modelId="{30A07C19-0E2B-4F8B-88F2-4CF69F45ED6C}" type="presParOf" srcId="{B18679E0-719A-46F0-B8DD-FEFB07CA7DFE}" destId="{8AC271DA-8DF7-4D0E-8A71-EA21CD3EA170}" srcOrd="1" destOrd="0" presId="urn:microsoft.com/office/officeart/2005/8/layout/hList1"/>
    <dgm:cxn modelId="{AFB3C2FE-9D71-4078-9718-FEF557875DD4}" type="presParOf" srcId="{1C1EDD51-E43B-43A4-99C5-F1F77C5E393C}" destId="{E7E41B77-951D-46BC-A683-EB3F53B8755F}" srcOrd="1" destOrd="0" presId="urn:microsoft.com/office/officeart/2005/8/layout/hList1"/>
    <dgm:cxn modelId="{9888A26B-D598-4D58-8918-68DEA153AAC4}" type="presParOf" srcId="{1C1EDD51-E43B-43A4-99C5-F1F77C5E393C}" destId="{1464B483-0B4A-4E60-80B7-E89B060DB0BB}" srcOrd="2" destOrd="0" presId="urn:microsoft.com/office/officeart/2005/8/layout/hList1"/>
    <dgm:cxn modelId="{F6DCD571-EE46-4EB3-AFBD-E8B088888280}" type="presParOf" srcId="{1464B483-0B4A-4E60-80B7-E89B060DB0BB}" destId="{2E619E88-302E-416A-90C9-96F2704DA918}" srcOrd="0" destOrd="0" presId="urn:microsoft.com/office/officeart/2005/8/layout/hList1"/>
    <dgm:cxn modelId="{8C84E738-6CF9-4C65-B5A5-AD1BC0E07DE8}" type="presParOf" srcId="{1464B483-0B4A-4E60-80B7-E89B060DB0BB}" destId="{A6903A5C-FEF8-4DA4-9009-96FEC7D0DF4B}" srcOrd="1" destOrd="0" presId="urn:microsoft.com/office/officeart/2005/8/layout/hList1"/>
    <dgm:cxn modelId="{A646A34C-FEB3-444C-A4B9-9B0E631B566A}" type="presParOf" srcId="{1C1EDD51-E43B-43A4-99C5-F1F77C5E393C}" destId="{82BB954E-E1A1-4496-BBB2-1987CCE55AE9}" srcOrd="3" destOrd="0" presId="urn:microsoft.com/office/officeart/2005/8/layout/hList1"/>
    <dgm:cxn modelId="{85EB0920-3CFB-401D-B29A-0CAD1055AB36}" type="presParOf" srcId="{1C1EDD51-E43B-43A4-99C5-F1F77C5E393C}" destId="{B1E4DE76-C620-4C46-BA20-C9458072E84A}" srcOrd="4" destOrd="0" presId="urn:microsoft.com/office/officeart/2005/8/layout/hList1"/>
    <dgm:cxn modelId="{4AE41F16-B7B3-4CDF-9C3B-FD78833D5B7D}" type="presParOf" srcId="{B1E4DE76-C620-4C46-BA20-C9458072E84A}" destId="{6C67ED01-E1E1-4AF1-A8BA-81DB661907A3}" srcOrd="0" destOrd="0" presId="urn:microsoft.com/office/officeart/2005/8/layout/hList1"/>
    <dgm:cxn modelId="{8BE089FD-8E8F-45A5-9AA8-9E5CA8EDFBE7}" type="presParOf" srcId="{B1E4DE76-C620-4C46-BA20-C9458072E84A}" destId="{018E7F01-2A22-47C0-9F4B-0DF10C422D85}" srcOrd="1" destOrd="0" presId="urn:microsoft.com/office/officeart/2005/8/layout/hList1"/>
    <dgm:cxn modelId="{0CBF479C-BA19-4065-88EE-7E8D2054CAD4}" type="presParOf" srcId="{1C1EDD51-E43B-43A4-99C5-F1F77C5E393C}" destId="{2DC93F10-F5C2-4843-B059-E0A5EC9A5564}" srcOrd="5" destOrd="0" presId="urn:microsoft.com/office/officeart/2005/8/layout/hList1"/>
    <dgm:cxn modelId="{A9D73335-5CE0-4ED3-AF5A-F820E28B44D9}" type="presParOf" srcId="{1C1EDD51-E43B-43A4-99C5-F1F77C5E393C}" destId="{CDBB1DB6-8EEC-4784-90DC-6FE0F5A2F1AF}" srcOrd="6" destOrd="0" presId="urn:microsoft.com/office/officeart/2005/8/layout/hList1"/>
    <dgm:cxn modelId="{9A70F598-90E8-439C-849A-921780E9EE40}" type="presParOf" srcId="{CDBB1DB6-8EEC-4784-90DC-6FE0F5A2F1AF}" destId="{CBB5A2F7-793C-4484-AB3D-6C698E953639}" srcOrd="0" destOrd="0" presId="urn:microsoft.com/office/officeart/2005/8/layout/hList1"/>
    <dgm:cxn modelId="{22346E92-6D33-47E7-91F8-48BCC752A36F}" type="presParOf" srcId="{CDBB1DB6-8EEC-4784-90DC-6FE0F5A2F1AF}" destId="{BCA5309F-36D3-429B-B2D1-14642A14270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2CD8878-7040-4204-A2E3-DE99CBBEDDDF}" type="doc">
      <dgm:prSet loTypeId="urn:microsoft.com/office/officeart/2024/layout/NumberedTitleList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61DA2916-91AB-43A6-B18B-C787495B6734}">
      <dgm:prSet phldrT="[Text]" phldr="0" custT="1"/>
      <dgm:spPr/>
      <dgm:t>
        <a:bodyPr/>
        <a:lstStyle/>
        <a:p>
          <a:r>
            <a:rPr lang="en-SG" sz="2500" dirty="0"/>
            <a:t>Authentication</a:t>
          </a:r>
        </a:p>
      </dgm:t>
    </dgm:pt>
    <dgm:pt modelId="{C03D848A-F20F-4E1C-934C-43328C70FB55}" type="parTrans" cxnId="{1806B741-55AE-4A07-914C-69C34BE183E6}">
      <dgm:prSet/>
      <dgm:spPr/>
      <dgm:t>
        <a:bodyPr/>
        <a:lstStyle/>
        <a:p>
          <a:endParaRPr lang="en-SG"/>
        </a:p>
      </dgm:t>
    </dgm:pt>
    <dgm:pt modelId="{177880DC-07BB-437C-BB54-CD22F808E335}" type="sibTrans" cxnId="{1806B741-55AE-4A07-914C-69C34BE183E6}">
      <dgm:prSet phldrT="1" phldr="0"/>
      <dgm:spPr>
        <a:solidFill>
          <a:srgbClr val="002060"/>
        </a:solidFill>
      </dgm:spPr>
      <dgm:t>
        <a:bodyPr/>
        <a:lstStyle/>
        <a:p>
          <a:r>
            <a:t>1</a:t>
          </a:r>
        </a:p>
      </dgm:t>
    </dgm:pt>
    <dgm:pt modelId="{823FCF41-6C05-456F-89B3-D5610A2D67AC}" type="pres">
      <dgm:prSet presAssocID="{02CD8878-7040-4204-A2E3-DE99CBBEDDDF}" presName="Name0" presStyleCnt="0">
        <dgm:presLayoutVars>
          <dgm:dir/>
          <dgm:animLvl val="lvl"/>
          <dgm:resizeHandles val="exact"/>
        </dgm:presLayoutVars>
      </dgm:prSet>
      <dgm:spPr/>
    </dgm:pt>
    <dgm:pt modelId="{93DF2E20-6453-4115-B0FA-8D6FC789D622}" type="pres">
      <dgm:prSet presAssocID="{61DA2916-91AB-43A6-B18B-C787495B6734}" presName="compositeNode" presStyleCnt="0">
        <dgm:presLayoutVars>
          <dgm:bulletEnabled val="1"/>
        </dgm:presLayoutVars>
      </dgm:prSet>
      <dgm:spPr/>
    </dgm:pt>
    <dgm:pt modelId="{44CD51BD-1624-4840-81DE-37E6C4E1A841}" type="pres">
      <dgm:prSet presAssocID="{61DA2916-91AB-43A6-B18B-C787495B6734}" presName="bgRect" presStyleLbl="fgAcc1" presStyleIdx="0" presStyleCnt="1"/>
      <dgm:spPr/>
    </dgm:pt>
    <dgm:pt modelId="{2E1919AD-D0C0-4945-8EE7-438FFFA7B054}" type="pres">
      <dgm:prSet presAssocID="{177880DC-07BB-437C-BB54-CD22F808E335}" presName="sibTransNodeCircle" presStyleLbl="alignNode1" presStyleIdx="0" presStyleCnt="1">
        <dgm:presLayoutVars>
          <dgm:chMax val="0"/>
          <dgm:bulletEnabled/>
        </dgm:presLayoutVars>
      </dgm:prSet>
      <dgm:spPr/>
    </dgm:pt>
    <dgm:pt modelId="{EBA192C9-7B4B-433E-8595-79408EE9F90C}" type="pres">
      <dgm:prSet presAssocID="{61DA2916-91AB-43A6-B18B-C787495B6734}" presName="nodeText" presStyleLbl="bgAccFollowNode1" presStyleIdx="0" presStyleCnt="0">
        <dgm:presLayoutVars>
          <dgm:bulletEnabled val="1"/>
        </dgm:presLayoutVars>
      </dgm:prSet>
      <dgm:spPr/>
    </dgm:pt>
  </dgm:ptLst>
  <dgm:cxnLst>
    <dgm:cxn modelId="{D8A6CC3E-6F9D-4D83-8E40-03ED0DF4A678}" type="presOf" srcId="{177880DC-07BB-437C-BB54-CD22F808E335}" destId="{2E1919AD-D0C0-4945-8EE7-438FFFA7B054}" srcOrd="0" destOrd="0" presId="urn:microsoft.com/office/officeart/2024/layout/NumberedTitleList#1"/>
    <dgm:cxn modelId="{1806B741-55AE-4A07-914C-69C34BE183E6}" srcId="{02CD8878-7040-4204-A2E3-DE99CBBEDDDF}" destId="{61DA2916-91AB-43A6-B18B-C787495B6734}" srcOrd="0" destOrd="0" parTransId="{C03D848A-F20F-4E1C-934C-43328C70FB55}" sibTransId="{177880DC-07BB-437C-BB54-CD22F808E335}"/>
    <dgm:cxn modelId="{A12D3A71-ED08-4B62-A684-9A82A0868B47}" type="presOf" srcId="{61DA2916-91AB-43A6-B18B-C787495B6734}" destId="{EBA192C9-7B4B-433E-8595-79408EE9F90C}" srcOrd="1" destOrd="0" presId="urn:microsoft.com/office/officeart/2024/layout/NumberedTitleList#1"/>
    <dgm:cxn modelId="{268A089A-AAF1-446B-833F-74E8B27AB349}" type="presOf" srcId="{02CD8878-7040-4204-A2E3-DE99CBBEDDDF}" destId="{823FCF41-6C05-456F-89B3-D5610A2D67AC}" srcOrd="0" destOrd="0" presId="urn:microsoft.com/office/officeart/2024/layout/NumberedTitleList#1"/>
    <dgm:cxn modelId="{85F056DE-B706-4234-AA8B-C88998E02148}" type="presOf" srcId="{61DA2916-91AB-43A6-B18B-C787495B6734}" destId="{44CD51BD-1624-4840-81DE-37E6C4E1A841}" srcOrd="0" destOrd="0" presId="urn:microsoft.com/office/officeart/2024/layout/NumberedTitleList#1"/>
    <dgm:cxn modelId="{250F10E3-CE41-49B5-BC99-CC52A4206B7A}" type="presParOf" srcId="{823FCF41-6C05-456F-89B3-D5610A2D67AC}" destId="{93DF2E20-6453-4115-B0FA-8D6FC789D622}" srcOrd="0" destOrd="0" presId="urn:microsoft.com/office/officeart/2024/layout/NumberedTitleList#1"/>
    <dgm:cxn modelId="{872ADAC6-8E93-49FA-921C-6C5DB2218027}" type="presParOf" srcId="{93DF2E20-6453-4115-B0FA-8D6FC789D622}" destId="{44CD51BD-1624-4840-81DE-37E6C4E1A841}" srcOrd="0" destOrd="0" presId="urn:microsoft.com/office/officeart/2024/layout/NumberedTitleList#1"/>
    <dgm:cxn modelId="{2F1F3034-A05F-43BC-9699-72DADDF89D7F}" type="presParOf" srcId="{93DF2E20-6453-4115-B0FA-8D6FC789D622}" destId="{2E1919AD-D0C0-4945-8EE7-438FFFA7B054}" srcOrd="1" destOrd="0" presId="urn:microsoft.com/office/officeart/2024/layout/NumberedTitleList#1"/>
    <dgm:cxn modelId="{C6865994-9CF9-40A2-9930-C302C538EFDE}" type="presParOf" srcId="{93DF2E20-6453-4115-B0FA-8D6FC789D622}" destId="{EBA192C9-7B4B-433E-8595-79408EE9F90C}" srcOrd="2" destOrd="0" presId="urn:microsoft.com/office/officeart/2024/layout/NumberedTitleLis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2CD8878-7040-4204-A2E3-DE99CBBEDDDF}" type="doc">
      <dgm:prSet loTypeId="urn:microsoft.com/office/officeart/2024/layout/NumberedTitleList#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61DA2916-91AB-43A6-B18B-C787495B6734}">
      <dgm:prSet phldrT="[Text]" phldr="0" custT="1"/>
      <dgm:spPr/>
      <dgm:t>
        <a:bodyPr/>
        <a:lstStyle/>
        <a:p>
          <a:r>
            <a:rPr lang="en-SG" sz="1400" dirty="0"/>
            <a:t>Authentication</a:t>
          </a:r>
        </a:p>
      </dgm:t>
    </dgm:pt>
    <dgm:pt modelId="{C03D848A-F20F-4E1C-934C-43328C70FB55}" type="parTrans" cxnId="{1806B741-55AE-4A07-914C-69C34BE183E6}">
      <dgm:prSet/>
      <dgm:spPr/>
      <dgm:t>
        <a:bodyPr/>
        <a:lstStyle/>
        <a:p>
          <a:endParaRPr lang="en-SG"/>
        </a:p>
      </dgm:t>
    </dgm:pt>
    <dgm:pt modelId="{177880DC-07BB-437C-BB54-CD22F808E335}" type="sibTrans" cxnId="{1806B741-55AE-4A07-914C-69C34BE183E6}">
      <dgm:prSet phldrT="1" phldr="0"/>
      <dgm:spPr>
        <a:solidFill>
          <a:srgbClr val="002060"/>
        </a:solidFill>
      </dgm:spPr>
      <dgm:t>
        <a:bodyPr/>
        <a:lstStyle/>
        <a:p>
          <a:r>
            <a:t>1</a:t>
          </a:r>
        </a:p>
      </dgm:t>
    </dgm:pt>
    <dgm:pt modelId="{9979AAD6-A90F-40B3-AEA2-689E52F1ADA9}">
      <dgm:prSet phldrT="[Text]" phldr="0" custT="1"/>
      <dgm:spPr/>
      <dgm:t>
        <a:bodyPr/>
        <a:lstStyle/>
        <a:p>
          <a:r>
            <a:rPr lang="en-SG" sz="2500" dirty="0"/>
            <a:t>Authorization</a:t>
          </a:r>
        </a:p>
      </dgm:t>
    </dgm:pt>
    <dgm:pt modelId="{B3EF0648-F984-4479-99C7-D47330B8E82E}" type="parTrans" cxnId="{34963270-BCE1-409F-96B2-EF99E04B733F}">
      <dgm:prSet/>
      <dgm:spPr/>
      <dgm:t>
        <a:bodyPr/>
        <a:lstStyle/>
        <a:p>
          <a:endParaRPr lang="en-SG"/>
        </a:p>
      </dgm:t>
    </dgm:pt>
    <dgm:pt modelId="{F4C39B3E-626C-4055-BBB6-BA7BBF96426D}" type="sibTrans" cxnId="{34963270-BCE1-409F-96B2-EF99E04B733F}">
      <dgm:prSet phldrT="2" phldr="0"/>
      <dgm:spPr>
        <a:solidFill>
          <a:srgbClr val="002060"/>
        </a:solidFill>
      </dgm:spPr>
      <dgm:t>
        <a:bodyPr/>
        <a:lstStyle/>
        <a:p>
          <a:r>
            <a:rPr lang="en-SG"/>
            <a:t>2</a:t>
          </a:r>
        </a:p>
      </dgm:t>
    </dgm:pt>
    <dgm:pt modelId="{823FCF41-6C05-456F-89B3-D5610A2D67AC}" type="pres">
      <dgm:prSet presAssocID="{02CD8878-7040-4204-A2E3-DE99CBBEDDDF}" presName="Name0" presStyleCnt="0">
        <dgm:presLayoutVars>
          <dgm:dir/>
          <dgm:animLvl val="lvl"/>
          <dgm:resizeHandles val="exact"/>
        </dgm:presLayoutVars>
      </dgm:prSet>
      <dgm:spPr/>
    </dgm:pt>
    <dgm:pt modelId="{93DF2E20-6453-4115-B0FA-8D6FC789D622}" type="pres">
      <dgm:prSet presAssocID="{61DA2916-91AB-43A6-B18B-C787495B6734}" presName="compositeNode" presStyleCnt="0">
        <dgm:presLayoutVars>
          <dgm:bulletEnabled val="1"/>
        </dgm:presLayoutVars>
      </dgm:prSet>
      <dgm:spPr/>
    </dgm:pt>
    <dgm:pt modelId="{44CD51BD-1624-4840-81DE-37E6C4E1A841}" type="pres">
      <dgm:prSet presAssocID="{61DA2916-91AB-43A6-B18B-C787495B6734}" presName="bgRect" presStyleLbl="fgAcc1" presStyleIdx="0" presStyleCnt="2" custScaleX="40729" custScaleY="54386" custLinFactNeighborX="-10993" custLinFactNeighborY="1132"/>
      <dgm:spPr/>
    </dgm:pt>
    <dgm:pt modelId="{2E1919AD-D0C0-4945-8EE7-438FFFA7B054}" type="pres">
      <dgm:prSet presAssocID="{177880DC-07BB-437C-BB54-CD22F808E335}" presName="sibTransNodeCircle" presStyleLbl="alignNode1" presStyleIdx="0" presStyleCnt="2" custScaleX="56728" custScaleY="54386" custLinFactNeighborX="-4403" custLinFactNeighborY="4192">
        <dgm:presLayoutVars>
          <dgm:chMax val="0"/>
          <dgm:bulletEnabled/>
        </dgm:presLayoutVars>
      </dgm:prSet>
      <dgm:spPr/>
    </dgm:pt>
    <dgm:pt modelId="{EBA192C9-7B4B-433E-8595-79408EE9F90C}" type="pres">
      <dgm:prSet presAssocID="{61DA2916-91AB-43A6-B18B-C787495B6734}" presName="nodeText" presStyleLbl="bgAccFollowNode1" presStyleIdx="0" presStyleCnt="0">
        <dgm:presLayoutVars>
          <dgm:bulletEnabled val="1"/>
        </dgm:presLayoutVars>
      </dgm:prSet>
      <dgm:spPr/>
    </dgm:pt>
    <dgm:pt modelId="{C8197316-C533-4FA8-9354-9558CFB9AD01}" type="pres">
      <dgm:prSet presAssocID="{177880DC-07BB-437C-BB54-CD22F808E335}" presName="sibTrans" presStyleCnt="0"/>
      <dgm:spPr/>
    </dgm:pt>
    <dgm:pt modelId="{AF8D1524-742F-4244-910B-BAC287165F8E}" type="pres">
      <dgm:prSet presAssocID="{9979AAD6-A90F-40B3-AEA2-689E52F1ADA9}" presName="compositeNode" presStyleCnt="0">
        <dgm:presLayoutVars>
          <dgm:bulletEnabled val="1"/>
        </dgm:presLayoutVars>
      </dgm:prSet>
      <dgm:spPr/>
    </dgm:pt>
    <dgm:pt modelId="{6F718AB4-E739-4400-B47A-FBC5D6B785A0}" type="pres">
      <dgm:prSet presAssocID="{9979AAD6-A90F-40B3-AEA2-689E52F1ADA9}" presName="bgRect" presStyleLbl="fgAcc1" presStyleIdx="1" presStyleCnt="2"/>
      <dgm:spPr/>
    </dgm:pt>
    <dgm:pt modelId="{E1DA6176-E1ED-460C-98A5-BFEA9295457D}" type="pres">
      <dgm:prSet presAssocID="{F4C39B3E-626C-4055-BBB6-BA7BBF96426D}" presName="sibTransNodeCircle" presStyleLbl="alignNode1" presStyleIdx="1" presStyleCnt="2">
        <dgm:presLayoutVars>
          <dgm:chMax val="0"/>
          <dgm:bulletEnabled/>
        </dgm:presLayoutVars>
      </dgm:prSet>
      <dgm:spPr/>
    </dgm:pt>
    <dgm:pt modelId="{1CDC35F2-F356-4B0B-A5F7-3C71A0D21453}" type="pres">
      <dgm:prSet presAssocID="{9979AAD6-A90F-40B3-AEA2-689E52F1ADA9}" presName="nodeText" presStyleLbl="bgAccFollowNode1" presStyleIdx="0" presStyleCnt="0">
        <dgm:presLayoutVars>
          <dgm:bulletEnabled val="1"/>
        </dgm:presLayoutVars>
      </dgm:prSet>
      <dgm:spPr/>
    </dgm:pt>
  </dgm:ptLst>
  <dgm:cxnLst>
    <dgm:cxn modelId="{D8A6CC3E-6F9D-4D83-8E40-03ED0DF4A678}" type="presOf" srcId="{177880DC-07BB-437C-BB54-CD22F808E335}" destId="{2E1919AD-D0C0-4945-8EE7-438FFFA7B054}" srcOrd="0" destOrd="0" presId="urn:microsoft.com/office/officeart/2024/layout/NumberedTitleList#2"/>
    <dgm:cxn modelId="{1806B741-55AE-4A07-914C-69C34BE183E6}" srcId="{02CD8878-7040-4204-A2E3-DE99CBBEDDDF}" destId="{61DA2916-91AB-43A6-B18B-C787495B6734}" srcOrd="0" destOrd="0" parTransId="{C03D848A-F20F-4E1C-934C-43328C70FB55}" sibTransId="{177880DC-07BB-437C-BB54-CD22F808E335}"/>
    <dgm:cxn modelId="{34963270-BCE1-409F-96B2-EF99E04B733F}" srcId="{02CD8878-7040-4204-A2E3-DE99CBBEDDDF}" destId="{9979AAD6-A90F-40B3-AEA2-689E52F1ADA9}" srcOrd="1" destOrd="0" parTransId="{B3EF0648-F984-4479-99C7-D47330B8E82E}" sibTransId="{F4C39B3E-626C-4055-BBB6-BA7BBF96426D}"/>
    <dgm:cxn modelId="{A12D3A71-ED08-4B62-A684-9A82A0868B47}" type="presOf" srcId="{61DA2916-91AB-43A6-B18B-C787495B6734}" destId="{EBA192C9-7B4B-433E-8595-79408EE9F90C}" srcOrd="1" destOrd="0" presId="urn:microsoft.com/office/officeart/2024/layout/NumberedTitleList#2"/>
    <dgm:cxn modelId="{268A089A-AAF1-446B-833F-74E8B27AB349}" type="presOf" srcId="{02CD8878-7040-4204-A2E3-DE99CBBEDDDF}" destId="{823FCF41-6C05-456F-89B3-D5610A2D67AC}" srcOrd="0" destOrd="0" presId="urn:microsoft.com/office/officeart/2024/layout/NumberedTitleList#2"/>
    <dgm:cxn modelId="{93A6E69E-F90E-4FD0-8837-E37E68588DC5}" type="presOf" srcId="{F4C39B3E-626C-4055-BBB6-BA7BBF96426D}" destId="{E1DA6176-E1ED-460C-98A5-BFEA9295457D}" srcOrd="0" destOrd="0" presId="urn:microsoft.com/office/officeart/2024/layout/NumberedTitleList#2"/>
    <dgm:cxn modelId="{97DE24A1-E487-4471-B6E5-C04EC76E0B89}" type="presOf" srcId="{9979AAD6-A90F-40B3-AEA2-689E52F1ADA9}" destId="{6F718AB4-E739-4400-B47A-FBC5D6B785A0}" srcOrd="0" destOrd="0" presId="urn:microsoft.com/office/officeart/2024/layout/NumberedTitleList#2"/>
    <dgm:cxn modelId="{BCBBE0D2-6D9A-42D3-BDA0-458D0D4F4DBA}" type="presOf" srcId="{9979AAD6-A90F-40B3-AEA2-689E52F1ADA9}" destId="{1CDC35F2-F356-4B0B-A5F7-3C71A0D21453}" srcOrd="1" destOrd="0" presId="urn:microsoft.com/office/officeart/2024/layout/NumberedTitleList#2"/>
    <dgm:cxn modelId="{85F056DE-B706-4234-AA8B-C88998E02148}" type="presOf" srcId="{61DA2916-91AB-43A6-B18B-C787495B6734}" destId="{44CD51BD-1624-4840-81DE-37E6C4E1A841}" srcOrd="0" destOrd="0" presId="urn:microsoft.com/office/officeart/2024/layout/NumberedTitleList#2"/>
    <dgm:cxn modelId="{250F10E3-CE41-49B5-BC99-CC52A4206B7A}" type="presParOf" srcId="{823FCF41-6C05-456F-89B3-D5610A2D67AC}" destId="{93DF2E20-6453-4115-B0FA-8D6FC789D622}" srcOrd="0" destOrd="0" presId="urn:microsoft.com/office/officeart/2024/layout/NumberedTitleList#2"/>
    <dgm:cxn modelId="{872ADAC6-8E93-49FA-921C-6C5DB2218027}" type="presParOf" srcId="{93DF2E20-6453-4115-B0FA-8D6FC789D622}" destId="{44CD51BD-1624-4840-81DE-37E6C4E1A841}" srcOrd="0" destOrd="0" presId="urn:microsoft.com/office/officeart/2024/layout/NumberedTitleList#2"/>
    <dgm:cxn modelId="{2F1F3034-A05F-43BC-9699-72DADDF89D7F}" type="presParOf" srcId="{93DF2E20-6453-4115-B0FA-8D6FC789D622}" destId="{2E1919AD-D0C0-4945-8EE7-438FFFA7B054}" srcOrd="1" destOrd="0" presId="urn:microsoft.com/office/officeart/2024/layout/NumberedTitleList#2"/>
    <dgm:cxn modelId="{C6865994-9CF9-40A2-9930-C302C538EFDE}" type="presParOf" srcId="{93DF2E20-6453-4115-B0FA-8D6FC789D622}" destId="{EBA192C9-7B4B-433E-8595-79408EE9F90C}" srcOrd="2" destOrd="0" presId="urn:microsoft.com/office/officeart/2024/layout/NumberedTitleList#2"/>
    <dgm:cxn modelId="{9659D914-37A5-4562-9989-B2E33FCCF500}" type="presParOf" srcId="{823FCF41-6C05-456F-89B3-D5610A2D67AC}" destId="{C8197316-C533-4FA8-9354-9558CFB9AD01}" srcOrd="1" destOrd="0" presId="urn:microsoft.com/office/officeart/2024/layout/NumberedTitleList#2"/>
    <dgm:cxn modelId="{B884ACCD-A8CA-499C-A384-7807F5FF91BA}" type="presParOf" srcId="{823FCF41-6C05-456F-89B3-D5610A2D67AC}" destId="{AF8D1524-742F-4244-910B-BAC287165F8E}" srcOrd="2" destOrd="0" presId="urn:microsoft.com/office/officeart/2024/layout/NumberedTitleList#2"/>
    <dgm:cxn modelId="{EFAD8D0B-3997-493A-A111-4B0BADFB744E}" type="presParOf" srcId="{AF8D1524-742F-4244-910B-BAC287165F8E}" destId="{6F718AB4-E739-4400-B47A-FBC5D6B785A0}" srcOrd="0" destOrd="0" presId="urn:microsoft.com/office/officeart/2024/layout/NumberedTitleList#2"/>
    <dgm:cxn modelId="{BFEB57D0-A9EF-4319-BDA1-D2600BFAD8B1}" type="presParOf" srcId="{AF8D1524-742F-4244-910B-BAC287165F8E}" destId="{E1DA6176-E1ED-460C-98A5-BFEA9295457D}" srcOrd="1" destOrd="0" presId="urn:microsoft.com/office/officeart/2024/layout/NumberedTitleList#2"/>
    <dgm:cxn modelId="{110426A1-5297-4BB6-B3B6-26006038F024}" type="presParOf" srcId="{AF8D1524-742F-4244-910B-BAC287165F8E}" destId="{1CDC35F2-F356-4B0B-A5F7-3C71A0D21453}" srcOrd="2" destOrd="0" presId="urn:microsoft.com/office/officeart/2024/layout/NumberedTitleList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2CD8878-7040-4204-A2E3-DE99CBBEDDDF}" type="doc">
      <dgm:prSet loTypeId="urn:microsoft.com/office/officeart/2024/layout/NumberedTitleList#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61DA2916-91AB-43A6-B18B-C787495B6734}">
      <dgm:prSet phldrT="[Text]" phldr="0" custT="1"/>
      <dgm:spPr/>
      <dgm:t>
        <a:bodyPr/>
        <a:lstStyle/>
        <a:p>
          <a:r>
            <a:rPr lang="en-SG" sz="1400" dirty="0"/>
            <a:t>Authentication</a:t>
          </a:r>
        </a:p>
      </dgm:t>
    </dgm:pt>
    <dgm:pt modelId="{C03D848A-F20F-4E1C-934C-43328C70FB55}" type="parTrans" cxnId="{1806B741-55AE-4A07-914C-69C34BE183E6}">
      <dgm:prSet/>
      <dgm:spPr/>
      <dgm:t>
        <a:bodyPr/>
        <a:lstStyle/>
        <a:p>
          <a:endParaRPr lang="en-SG"/>
        </a:p>
      </dgm:t>
    </dgm:pt>
    <dgm:pt modelId="{177880DC-07BB-437C-BB54-CD22F808E335}" type="sibTrans" cxnId="{1806B741-55AE-4A07-914C-69C34BE183E6}">
      <dgm:prSet phldrT="1" phldr="0"/>
      <dgm:spPr>
        <a:solidFill>
          <a:srgbClr val="002060"/>
        </a:solidFill>
      </dgm:spPr>
      <dgm:t>
        <a:bodyPr/>
        <a:lstStyle/>
        <a:p>
          <a:r>
            <a:t>1</a:t>
          </a:r>
        </a:p>
      </dgm:t>
    </dgm:pt>
    <dgm:pt modelId="{9979AAD6-A90F-40B3-AEA2-689E52F1ADA9}">
      <dgm:prSet phldrT="[Text]" phldr="0" custT="1"/>
      <dgm:spPr/>
      <dgm:t>
        <a:bodyPr/>
        <a:lstStyle/>
        <a:p>
          <a:r>
            <a:rPr lang="en-SG" sz="1400" dirty="0"/>
            <a:t>Authorization</a:t>
          </a:r>
        </a:p>
      </dgm:t>
    </dgm:pt>
    <dgm:pt modelId="{B3EF0648-F984-4479-99C7-D47330B8E82E}" type="parTrans" cxnId="{34963270-BCE1-409F-96B2-EF99E04B733F}">
      <dgm:prSet/>
      <dgm:spPr/>
      <dgm:t>
        <a:bodyPr/>
        <a:lstStyle/>
        <a:p>
          <a:endParaRPr lang="en-SG"/>
        </a:p>
      </dgm:t>
    </dgm:pt>
    <dgm:pt modelId="{F4C39B3E-626C-4055-BBB6-BA7BBF96426D}" type="sibTrans" cxnId="{34963270-BCE1-409F-96B2-EF99E04B733F}">
      <dgm:prSet phldrT="2" phldr="0"/>
      <dgm:spPr>
        <a:solidFill>
          <a:srgbClr val="002060"/>
        </a:solidFill>
      </dgm:spPr>
      <dgm:t>
        <a:bodyPr/>
        <a:lstStyle/>
        <a:p>
          <a:r>
            <a:rPr lang="en-SG"/>
            <a:t>2</a:t>
          </a:r>
        </a:p>
      </dgm:t>
    </dgm:pt>
    <dgm:pt modelId="{9AB36912-F121-4A5D-A697-AB2A45095DDA}">
      <dgm:prSet phldrT="[Text]" phldr="0" custT="1"/>
      <dgm:spPr/>
      <dgm:t>
        <a:bodyPr/>
        <a:lstStyle/>
        <a:p>
          <a:r>
            <a:rPr lang="en-SG" sz="2500" dirty="0"/>
            <a:t>Data Protection &amp; Security</a:t>
          </a:r>
        </a:p>
      </dgm:t>
    </dgm:pt>
    <dgm:pt modelId="{43C1ED92-0426-4E42-BED2-DF629F7AF329}" type="parTrans" cxnId="{726C66D1-E223-4795-95F3-0281E54A8C03}">
      <dgm:prSet/>
      <dgm:spPr/>
      <dgm:t>
        <a:bodyPr/>
        <a:lstStyle/>
        <a:p>
          <a:endParaRPr lang="en-SG"/>
        </a:p>
      </dgm:t>
    </dgm:pt>
    <dgm:pt modelId="{D6477708-A5B0-4105-A21B-76FF92692B1C}" type="sibTrans" cxnId="{726C66D1-E223-4795-95F3-0281E54A8C03}">
      <dgm:prSet phldrT="3" phldr="0"/>
      <dgm:spPr>
        <a:solidFill>
          <a:srgbClr val="002060"/>
        </a:solidFill>
      </dgm:spPr>
      <dgm:t>
        <a:bodyPr/>
        <a:lstStyle/>
        <a:p>
          <a:r>
            <a:rPr lang="en-SG"/>
            <a:t>3</a:t>
          </a:r>
          <a:endParaRPr lang="en-SG" dirty="0"/>
        </a:p>
      </dgm:t>
    </dgm:pt>
    <dgm:pt modelId="{823FCF41-6C05-456F-89B3-D5610A2D67AC}" type="pres">
      <dgm:prSet presAssocID="{02CD8878-7040-4204-A2E3-DE99CBBEDDDF}" presName="Name0" presStyleCnt="0">
        <dgm:presLayoutVars>
          <dgm:dir/>
          <dgm:animLvl val="lvl"/>
          <dgm:resizeHandles val="exact"/>
        </dgm:presLayoutVars>
      </dgm:prSet>
      <dgm:spPr/>
    </dgm:pt>
    <dgm:pt modelId="{93DF2E20-6453-4115-B0FA-8D6FC789D622}" type="pres">
      <dgm:prSet presAssocID="{61DA2916-91AB-43A6-B18B-C787495B6734}" presName="compositeNode" presStyleCnt="0">
        <dgm:presLayoutVars>
          <dgm:bulletEnabled val="1"/>
        </dgm:presLayoutVars>
      </dgm:prSet>
      <dgm:spPr/>
    </dgm:pt>
    <dgm:pt modelId="{44CD51BD-1624-4840-81DE-37E6C4E1A841}" type="pres">
      <dgm:prSet presAssocID="{61DA2916-91AB-43A6-B18B-C787495B6734}" presName="bgRect" presStyleLbl="fgAcc1" presStyleIdx="0" presStyleCnt="3" custScaleX="64695" custScaleY="63661" custLinFactNeighborX="-10993" custLinFactNeighborY="1132"/>
      <dgm:spPr/>
    </dgm:pt>
    <dgm:pt modelId="{2E1919AD-D0C0-4945-8EE7-438FFFA7B054}" type="pres">
      <dgm:prSet presAssocID="{177880DC-07BB-437C-BB54-CD22F808E335}" presName="sibTransNodeCircle" presStyleLbl="alignNode1" presStyleIdx="0" presStyleCnt="3" custScaleX="76758" custScaleY="63661">
        <dgm:presLayoutVars>
          <dgm:chMax val="0"/>
          <dgm:bulletEnabled/>
        </dgm:presLayoutVars>
      </dgm:prSet>
      <dgm:spPr/>
    </dgm:pt>
    <dgm:pt modelId="{EBA192C9-7B4B-433E-8595-79408EE9F90C}" type="pres">
      <dgm:prSet presAssocID="{61DA2916-91AB-43A6-B18B-C787495B6734}" presName="nodeText" presStyleLbl="bgAccFollowNode1" presStyleIdx="0" presStyleCnt="0">
        <dgm:presLayoutVars>
          <dgm:bulletEnabled val="1"/>
        </dgm:presLayoutVars>
      </dgm:prSet>
      <dgm:spPr/>
    </dgm:pt>
    <dgm:pt modelId="{C8197316-C533-4FA8-9354-9558CFB9AD01}" type="pres">
      <dgm:prSet presAssocID="{177880DC-07BB-437C-BB54-CD22F808E335}" presName="sibTrans" presStyleCnt="0"/>
      <dgm:spPr/>
    </dgm:pt>
    <dgm:pt modelId="{AF8D1524-742F-4244-910B-BAC287165F8E}" type="pres">
      <dgm:prSet presAssocID="{9979AAD6-A90F-40B3-AEA2-689E52F1ADA9}" presName="compositeNode" presStyleCnt="0">
        <dgm:presLayoutVars>
          <dgm:bulletEnabled val="1"/>
        </dgm:presLayoutVars>
      </dgm:prSet>
      <dgm:spPr/>
    </dgm:pt>
    <dgm:pt modelId="{6F718AB4-E739-4400-B47A-FBC5D6B785A0}" type="pres">
      <dgm:prSet presAssocID="{9979AAD6-A90F-40B3-AEA2-689E52F1ADA9}" presName="bgRect" presStyleLbl="fgAcc1" presStyleIdx="1" presStyleCnt="3" custScaleX="64695" custScaleY="63661"/>
      <dgm:spPr/>
    </dgm:pt>
    <dgm:pt modelId="{E1DA6176-E1ED-460C-98A5-BFEA9295457D}" type="pres">
      <dgm:prSet presAssocID="{F4C39B3E-626C-4055-BBB6-BA7BBF96426D}" presName="sibTransNodeCircle" presStyleLbl="alignNode1" presStyleIdx="1" presStyleCnt="3" custScaleX="76758" custScaleY="63661">
        <dgm:presLayoutVars>
          <dgm:chMax val="0"/>
          <dgm:bulletEnabled/>
        </dgm:presLayoutVars>
      </dgm:prSet>
      <dgm:spPr/>
    </dgm:pt>
    <dgm:pt modelId="{1CDC35F2-F356-4B0B-A5F7-3C71A0D21453}" type="pres">
      <dgm:prSet presAssocID="{9979AAD6-A90F-40B3-AEA2-689E52F1ADA9}" presName="nodeText" presStyleLbl="bgAccFollowNode1" presStyleIdx="0" presStyleCnt="0">
        <dgm:presLayoutVars>
          <dgm:bulletEnabled val="1"/>
        </dgm:presLayoutVars>
      </dgm:prSet>
      <dgm:spPr/>
    </dgm:pt>
    <dgm:pt modelId="{95425A6D-4C79-4A3B-A36E-4C7185AC9CB0}" type="pres">
      <dgm:prSet presAssocID="{F4C39B3E-626C-4055-BBB6-BA7BBF96426D}" presName="sibTrans" presStyleCnt="0"/>
      <dgm:spPr/>
    </dgm:pt>
    <dgm:pt modelId="{943F980E-8C34-496F-8086-65BAB068CBD9}" type="pres">
      <dgm:prSet presAssocID="{9AB36912-F121-4A5D-A697-AB2A45095DDA}" presName="compositeNode" presStyleCnt="0">
        <dgm:presLayoutVars>
          <dgm:bulletEnabled val="1"/>
        </dgm:presLayoutVars>
      </dgm:prSet>
      <dgm:spPr/>
    </dgm:pt>
    <dgm:pt modelId="{E121F290-5A7E-463A-BFD3-2514E19BF368}" type="pres">
      <dgm:prSet presAssocID="{9AB36912-F121-4A5D-A697-AB2A45095DDA}" presName="bgRect" presStyleLbl="fgAcc1" presStyleIdx="2" presStyleCnt="3" custLinFactNeighborX="6293" custLinFactNeighborY="981"/>
      <dgm:spPr/>
    </dgm:pt>
    <dgm:pt modelId="{C692E368-092D-4AD7-B0C5-A6D475DA7C85}" type="pres">
      <dgm:prSet presAssocID="{D6477708-A5B0-4105-A21B-76FF92692B1C}" presName="sibTransNodeCircle" presStyleLbl="alignNode1" presStyleIdx="2" presStyleCnt="3">
        <dgm:presLayoutVars>
          <dgm:chMax val="0"/>
          <dgm:bulletEnabled/>
        </dgm:presLayoutVars>
      </dgm:prSet>
      <dgm:spPr/>
    </dgm:pt>
    <dgm:pt modelId="{D48BFBDD-E263-439D-A7DC-15495CF4B993}" type="pres">
      <dgm:prSet presAssocID="{9AB36912-F121-4A5D-A697-AB2A45095DDA}" presName="nodeText" presStyleLbl="bgAccFollowNode1" presStyleIdx="0" presStyleCnt="0">
        <dgm:presLayoutVars>
          <dgm:bulletEnabled val="1"/>
        </dgm:presLayoutVars>
      </dgm:prSet>
      <dgm:spPr/>
    </dgm:pt>
  </dgm:ptLst>
  <dgm:cxnLst>
    <dgm:cxn modelId="{7FC42223-A6C5-423D-ACCC-C1D9ADC36517}" type="presOf" srcId="{D6477708-A5B0-4105-A21B-76FF92692B1C}" destId="{C692E368-092D-4AD7-B0C5-A6D475DA7C85}" srcOrd="0" destOrd="0" presId="urn:microsoft.com/office/officeart/2024/layout/NumberedTitleList#3"/>
    <dgm:cxn modelId="{D8A6CC3E-6F9D-4D83-8E40-03ED0DF4A678}" type="presOf" srcId="{177880DC-07BB-437C-BB54-CD22F808E335}" destId="{2E1919AD-D0C0-4945-8EE7-438FFFA7B054}" srcOrd="0" destOrd="0" presId="urn:microsoft.com/office/officeart/2024/layout/NumberedTitleList#3"/>
    <dgm:cxn modelId="{1806B741-55AE-4A07-914C-69C34BE183E6}" srcId="{02CD8878-7040-4204-A2E3-DE99CBBEDDDF}" destId="{61DA2916-91AB-43A6-B18B-C787495B6734}" srcOrd="0" destOrd="0" parTransId="{C03D848A-F20F-4E1C-934C-43328C70FB55}" sibTransId="{177880DC-07BB-437C-BB54-CD22F808E335}"/>
    <dgm:cxn modelId="{34963270-BCE1-409F-96B2-EF99E04B733F}" srcId="{02CD8878-7040-4204-A2E3-DE99CBBEDDDF}" destId="{9979AAD6-A90F-40B3-AEA2-689E52F1ADA9}" srcOrd="1" destOrd="0" parTransId="{B3EF0648-F984-4479-99C7-D47330B8E82E}" sibTransId="{F4C39B3E-626C-4055-BBB6-BA7BBF96426D}"/>
    <dgm:cxn modelId="{A12D3A71-ED08-4B62-A684-9A82A0868B47}" type="presOf" srcId="{61DA2916-91AB-43A6-B18B-C787495B6734}" destId="{EBA192C9-7B4B-433E-8595-79408EE9F90C}" srcOrd="1" destOrd="0" presId="urn:microsoft.com/office/officeart/2024/layout/NumberedTitleList#3"/>
    <dgm:cxn modelId="{67B37B7D-8EBE-4F8E-BAA3-F404D74549A9}" type="presOf" srcId="{9AB36912-F121-4A5D-A697-AB2A45095DDA}" destId="{D48BFBDD-E263-439D-A7DC-15495CF4B993}" srcOrd="1" destOrd="0" presId="urn:microsoft.com/office/officeart/2024/layout/NumberedTitleList#3"/>
    <dgm:cxn modelId="{268A089A-AAF1-446B-833F-74E8B27AB349}" type="presOf" srcId="{02CD8878-7040-4204-A2E3-DE99CBBEDDDF}" destId="{823FCF41-6C05-456F-89B3-D5610A2D67AC}" srcOrd="0" destOrd="0" presId="urn:microsoft.com/office/officeart/2024/layout/NumberedTitleList#3"/>
    <dgm:cxn modelId="{93A6E69E-F90E-4FD0-8837-E37E68588DC5}" type="presOf" srcId="{F4C39B3E-626C-4055-BBB6-BA7BBF96426D}" destId="{E1DA6176-E1ED-460C-98A5-BFEA9295457D}" srcOrd="0" destOrd="0" presId="urn:microsoft.com/office/officeart/2024/layout/NumberedTitleList#3"/>
    <dgm:cxn modelId="{97DE24A1-E487-4471-B6E5-C04EC76E0B89}" type="presOf" srcId="{9979AAD6-A90F-40B3-AEA2-689E52F1ADA9}" destId="{6F718AB4-E739-4400-B47A-FBC5D6B785A0}" srcOrd="0" destOrd="0" presId="urn:microsoft.com/office/officeart/2024/layout/NumberedTitleList#3"/>
    <dgm:cxn modelId="{726C66D1-E223-4795-95F3-0281E54A8C03}" srcId="{02CD8878-7040-4204-A2E3-DE99CBBEDDDF}" destId="{9AB36912-F121-4A5D-A697-AB2A45095DDA}" srcOrd="2" destOrd="0" parTransId="{43C1ED92-0426-4E42-BED2-DF629F7AF329}" sibTransId="{D6477708-A5B0-4105-A21B-76FF92692B1C}"/>
    <dgm:cxn modelId="{BCBBE0D2-6D9A-42D3-BDA0-458D0D4F4DBA}" type="presOf" srcId="{9979AAD6-A90F-40B3-AEA2-689E52F1ADA9}" destId="{1CDC35F2-F356-4B0B-A5F7-3C71A0D21453}" srcOrd="1" destOrd="0" presId="urn:microsoft.com/office/officeart/2024/layout/NumberedTitleList#3"/>
    <dgm:cxn modelId="{85F056DE-B706-4234-AA8B-C88998E02148}" type="presOf" srcId="{61DA2916-91AB-43A6-B18B-C787495B6734}" destId="{44CD51BD-1624-4840-81DE-37E6C4E1A841}" srcOrd="0" destOrd="0" presId="urn:microsoft.com/office/officeart/2024/layout/NumberedTitleList#3"/>
    <dgm:cxn modelId="{F1F87BED-334C-4198-9AB3-72CD54299AED}" type="presOf" srcId="{9AB36912-F121-4A5D-A697-AB2A45095DDA}" destId="{E121F290-5A7E-463A-BFD3-2514E19BF368}" srcOrd="0" destOrd="0" presId="urn:microsoft.com/office/officeart/2024/layout/NumberedTitleList#3"/>
    <dgm:cxn modelId="{250F10E3-CE41-49B5-BC99-CC52A4206B7A}" type="presParOf" srcId="{823FCF41-6C05-456F-89B3-D5610A2D67AC}" destId="{93DF2E20-6453-4115-B0FA-8D6FC789D622}" srcOrd="0" destOrd="0" presId="urn:microsoft.com/office/officeart/2024/layout/NumberedTitleList#3"/>
    <dgm:cxn modelId="{872ADAC6-8E93-49FA-921C-6C5DB2218027}" type="presParOf" srcId="{93DF2E20-6453-4115-B0FA-8D6FC789D622}" destId="{44CD51BD-1624-4840-81DE-37E6C4E1A841}" srcOrd="0" destOrd="0" presId="urn:microsoft.com/office/officeart/2024/layout/NumberedTitleList#3"/>
    <dgm:cxn modelId="{2F1F3034-A05F-43BC-9699-72DADDF89D7F}" type="presParOf" srcId="{93DF2E20-6453-4115-B0FA-8D6FC789D622}" destId="{2E1919AD-D0C0-4945-8EE7-438FFFA7B054}" srcOrd="1" destOrd="0" presId="urn:microsoft.com/office/officeart/2024/layout/NumberedTitleList#3"/>
    <dgm:cxn modelId="{C6865994-9CF9-40A2-9930-C302C538EFDE}" type="presParOf" srcId="{93DF2E20-6453-4115-B0FA-8D6FC789D622}" destId="{EBA192C9-7B4B-433E-8595-79408EE9F90C}" srcOrd="2" destOrd="0" presId="urn:microsoft.com/office/officeart/2024/layout/NumberedTitleList#3"/>
    <dgm:cxn modelId="{9659D914-37A5-4562-9989-B2E33FCCF500}" type="presParOf" srcId="{823FCF41-6C05-456F-89B3-D5610A2D67AC}" destId="{C8197316-C533-4FA8-9354-9558CFB9AD01}" srcOrd="1" destOrd="0" presId="urn:microsoft.com/office/officeart/2024/layout/NumberedTitleList#3"/>
    <dgm:cxn modelId="{B884ACCD-A8CA-499C-A384-7807F5FF91BA}" type="presParOf" srcId="{823FCF41-6C05-456F-89B3-D5610A2D67AC}" destId="{AF8D1524-742F-4244-910B-BAC287165F8E}" srcOrd="2" destOrd="0" presId="urn:microsoft.com/office/officeart/2024/layout/NumberedTitleList#3"/>
    <dgm:cxn modelId="{EFAD8D0B-3997-493A-A111-4B0BADFB744E}" type="presParOf" srcId="{AF8D1524-742F-4244-910B-BAC287165F8E}" destId="{6F718AB4-E739-4400-B47A-FBC5D6B785A0}" srcOrd="0" destOrd="0" presId="urn:microsoft.com/office/officeart/2024/layout/NumberedTitleList#3"/>
    <dgm:cxn modelId="{BFEB57D0-A9EF-4319-BDA1-D2600BFAD8B1}" type="presParOf" srcId="{AF8D1524-742F-4244-910B-BAC287165F8E}" destId="{E1DA6176-E1ED-460C-98A5-BFEA9295457D}" srcOrd="1" destOrd="0" presId="urn:microsoft.com/office/officeart/2024/layout/NumberedTitleList#3"/>
    <dgm:cxn modelId="{110426A1-5297-4BB6-B3B6-26006038F024}" type="presParOf" srcId="{AF8D1524-742F-4244-910B-BAC287165F8E}" destId="{1CDC35F2-F356-4B0B-A5F7-3C71A0D21453}" srcOrd="2" destOrd="0" presId="urn:microsoft.com/office/officeart/2024/layout/NumberedTitleList#3"/>
    <dgm:cxn modelId="{3A52F479-5A33-4D30-9695-AEC40F1DD001}" type="presParOf" srcId="{823FCF41-6C05-456F-89B3-D5610A2D67AC}" destId="{95425A6D-4C79-4A3B-A36E-4C7185AC9CB0}" srcOrd="3" destOrd="0" presId="urn:microsoft.com/office/officeart/2024/layout/NumberedTitleList#3"/>
    <dgm:cxn modelId="{305C62A2-F73A-4652-A7E5-66E1D5742823}" type="presParOf" srcId="{823FCF41-6C05-456F-89B3-D5610A2D67AC}" destId="{943F980E-8C34-496F-8086-65BAB068CBD9}" srcOrd="4" destOrd="0" presId="urn:microsoft.com/office/officeart/2024/layout/NumberedTitleList#3"/>
    <dgm:cxn modelId="{22BD6E1A-BFC0-4ADC-86F6-28BDB70180EE}" type="presParOf" srcId="{943F980E-8C34-496F-8086-65BAB068CBD9}" destId="{E121F290-5A7E-463A-BFD3-2514E19BF368}" srcOrd="0" destOrd="0" presId="urn:microsoft.com/office/officeart/2024/layout/NumberedTitleList#3"/>
    <dgm:cxn modelId="{64DAEA86-0069-4FFE-84EA-1E93E63704AB}" type="presParOf" srcId="{943F980E-8C34-496F-8086-65BAB068CBD9}" destId="{C692E368-092D-4AD7-B0C5-A6D475DA7C85}" srcOrd="1" destOrd="0" presId="urn:microsoft.com/office/officeart/2024/layout/NumberedTitleList#3"/>
    <dgm:cxn modelId="{1B1EEEC8-8D27-44FF-A884-529200D9689E}" type="presParOf" srcId="{943F980E-8C34-496F-8086-65BAB068CBD9}" destId="{D48BFBDD-E263-439D-A7DC-15495CF4B993}" srcOrd="2" destOrd="0" presId="urn:microsoft.com/office/officeart/2024/layout/NumberedTitleList#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2CD8878-7040-4204-A2E3-DE99CBBEDDDF}" type="doc">
      <dgm:prSet loTypeId="urn:microsoft.com/office/officeart/2024/layout/NumberedTitleList#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61DA2916-91AB-43A6-B18B-C787495B6734}">
      <dgm:prSet phldrT="[Text]" phldr="0" custT="1"/>
      <dgm:spPr/>
      <dgm:t>
        <a:bodyPr/>
        <a:lstStyle/>
        <a:p>
          <a:r>
            <a:rPr lang="en-SG" sz="1400" dirty="0"/>
            <a:t>Authentication</a:t>
          </a:r>
        </a:p>
      </dgm:t>
    </dgm:pt>
    <dgm:pt modelId="{C03D848A-F20F-4E1C-934C-43328C70FB55}" type="parTrans" cxnId="{1806B741-55AE-4A07-914C-69C34BE183E6}">
      <dgm:prSet/>
      <dgm:spPr/>
      <dgm:t>
        <a:bodyPr/>
        <a:lstStyle/>
        <a:p>
          <a:endParaRPr lang="en-SG"/>
        </a:p>
      </dgm:t>
    </dgm:pt>
    <dgm:pt modelId="{177880DC-07BB-437C-BB54-CD22F808E335}" type="sibTrans" cxnId="{1806B741-55AE-4A07-914C-69C34BE183E6}">
      <dgm:prSet phldrT="1" phldr="0"/>
      <dgm:spPr>
        <a:solidFill>
          <a:srgbClr val="002060"/>
        </a:solidFill>
      </dgm:spPr>
      <dgm:t>
        <a:bodyPr/>
        <a:lstStyle/>
        <a:p>
          <a:r>
            <a:t>1</a:t>
          </a:r>
        </a:p>
      </dgm:t>
    </dgm:pt>
    <dgm:pt modelId="{9979AAD6-A90F-40B3-AEA2-689E52F1ADA9}">
      <dgm:prSet phldrT="[Text]" phldr="0" custT="1"/>
      <dgm:spPr/>
      <dgm:t>
        <a:bodyPr/>
        <a:lstStyle/>
        <a:p>
          <a:r>
            <a:rPr lang="en-SG" sz="1400" dirty="0"/>
            <a:t>Authorization</a:t>
          </a:r>
        </a:p>
      </dgm:t>
    </dgm:pt>
    <dgm:pt modelId="{B3EF0648-F984-4479-99C7-D47330B8E82E}" type="parTrans" cxnId="{34963270-BCE1-409F-96B2-EF99E04B733F}">
      <dgm:prSet/>
      <dgm:spPr/>
      <dgm:t>
        <a:bodyPr/>
        <a:lstStyle/>
        <a:p>
          <a:endParaRPr lang="en-SG"/>
        </a:p>
      </dgm:t>
    </dgm:pt>
    <dgm:pt modelId="{F4C39B3E-626C-4055-BBB6-BA7BBF96426D}" type="sibTrans" cxnId="{34963270-BCE1-409F-96B2-EF99E04B733F}">
      <dgm:prSet phldrT="2" phldr="0"/>
      <dgm:spPr>
        <a:solidFill>
          <a:srgbClr val="002060"/>
        </a:solidFill>
      </dgm:spPr>
      <dgm:t>
        <a:bodyPr/>
        <a:lstStyle/>
        <a:p>
          <a:r>
            <a:rPr lang="en-SG"/>
            <a:t>2</a:t>
          </a:r>
        </a:p>
      </dgm:t>
    </dgm:pt>
    <dgm:pt modelId="{9AB36912-F121-4A5D-A697-AB2A45095DDA}">
      <dgm:prSet phldrT="[Text]" phldr="0" custT="1"/>
      <dgm:spPr/>
      <dgm:t>
        <a:bodyPr/>
        <a:lstStyle/>
        <a:p>
          <a:r>
            <a:rPr lang="en-SG" sz="1400" dirty="0"/>
            <a:t>Data Protection</a:t>
          </a:r>
        </a:p>
        <a:p>
          <a:r>
            <a:rPr lang="en-SG" sz="1400" dirty="0"/>
            <a:t>&amp; Security</a:t>
          </a:r>
        </a:p>
      </dgm:t>
    </dgm:pt>
    <dgm:pt modelId="{43C1ED92-0426-4E42-BED2-DF629F7AF329}" type="parTrans" cxnId="{726C66D1-E223-4795-95F3-0281E54A8C03}">
      <dgm:prSet/>
      <dgm:spPr/>
      <dgm:t>
        <a:bodyPr/>
        <a:lstStyle/>
        <a:p>
          <a:endParaRPr lang="en-SG"/>
        </a:p>
      </dgm:t>
    </dgm:pt>
    <dgm:pt modelId="{D6477708-A5B0-4105-A21B-76FF92692B1C}" type="sibTrans" cxnId="{726C66D1-E223-4795-95F3-0281E54A8C03}">
      <dgm:prSet phldrT="3" phldr="0"/>
      <dgm:spPr>
        <a:solidFill>
          <a:srgbClr val="002060"/>
        </a:solidFill>
      </dgm:spPr>
      <dgm:t>
        <a:bodyPr/>
        <a:lstStyle/>
        <a:p>
          <a:r>
            <a:rPr lang="en-SG"/>
            <a:t>3</a:t>
          </a:r>
          <a:endParaRPr lang="en-SG" dirty="0"/>
        </a:p>
      </dgm:t>
    </dgm:pt>
    <dgm:pt modelId="{915B0545-8F1F-4CFD-B883-D52E172E4DEA}">
      <dgm:prSet phldrT="[Text]" phldr="0" custT="1"/>
      <dgm:spPr/>
      <dgm:t>
        <a:bodyPr/>
        <a:lstStyle/>
        <a:p>
          <a:r>
            <a:rPr lang="en-SG" sz="2500" dirty="0"/>
            <a:t>Payment &amp; APIs</a:t>
          </a:r>
        </a:p>
      </dgm:t>
    </dgm:pt>
    <dgm:pt modelId="{93111E27-9F81-430C-BC16-3A23C0B6B392}" type="parTrans" cxnId="{40CE0E57-F92C-4064-9F2C-763365920656}">
      <dgm:prSet/>
      <dgm:spPr/>
      <dgm:t>
        <a:bodyPr/>
        <a:lstStyle/>
        <a:p>
          <a:endParaRPr lang="en-SG"/>
        </a:p>
      </dgm:t>
    </dgm:pt>
    <dgm:pt modelId="{FAC6F5EE-CE47-4FD9-B5B0-08407B2D98BB}" type="sibTrans" cxnId="{40CE0E57-F92C-4064-9F2C-763365920656}">
      <dgm:prSet phldrT="4" phldr="0"/>
      <dgm:spPr>
        <a:solidFill>
          <a:srgbClr val="002060"/>
        </a:solidFill>
      </dgm:spPr>
      <dgm:t>
        <a:bodyPr/>
        <a:lstStyle/>
        <a:p>
          <a:r>
            <a:rPr lang="en-SG"/>
            <a:t>4</a:t>
          </a:r>
        </a:p>
      </dgm:t>
    </dgm:pt>
    <dgm:pt modelId="{823FCF41-6C05-456F-89B3-D5610A2D67AC}" type="pres">
      <dgm:prSet presAssocID="{02CD8878-7040-4204-A2E3-DE99CBBEDDDF}" presName="Name0" presStyleCnt="0">
        <dgm:presLayoutVars>
          <dgm:dir/>
          <dgm:animLvl val="lvl"/>
          <dgm:resizeHandles val="exact"/>
        </dgm:presLayoutVars>
      </dgm:prSet>
      <dgm:spPr/>
    </dgm:pt>
    <dgm:pt modelId="{93DF2E20-6453-4115-B0FA-8D6FC789D622}" type="pres">
      <dgm:prSet presAssocID="{61DA2916-91AB-43A6-B18B-C787495B6734}" presName="compositeNode" presStyleCnt="0">
        <dgm:presLayoutVars>
          <dgm:bulletEnabled val="1"/>
        </dgm:presLayoutVars>
      </dgm:prSet>
      <dgm:spPr/>
    </dgm:pt>
    <dgm:pt modelId="{44CD51BD-1624-4840-81DE-37E6C4E1A841}" type="pres">
      <dgm:prSet presAssocID="{61DA2916-91AB-43A6-B18B-C787495B6734}" presName="bgRect" presStyleLbl="fgAcc1" presStyleIdx="0" presStyleCnt="4" custScaleY="87311" custLinFactNeighborX="-10993" custLinFactNeighborY="1132"/>
      <dgm:spPr/>
    </dgm:pt>
    <dgm:pt modelId="{2E1919AD-D0C0-4945-8EE7-438FFFA7B054}" type="pres">
      <dgm:prSet presAssocID="{177880DC-07BB-437C-BB54-CD22F808E335}" presName="sibTransNodeCircle" presStyleLbl="alignNode1" presStyleIdx="0" presStyleCnt="4" custScaleY="87311">
        <dgm:presLayoutVars>
          <dgm:chMax val="0"/>
          <dgm:bulletEnabled/>
        </dgm:presLayoutVars>
      </dgm:prSet>
      <dgm:spPr/>
    </dgm:pt>
    <dgm:pt modelId="{EBA192C9-7B4B-433E-8595-79408EE9F90C}" type="pres">
      <dgm:prSet presAssocID="{61DA2916-91AB-43A6-B18B-C787495B6734}" presName="nodeText" presStyleLbl="bgAccFollowNode1" presStyleIdx="0" presStyleCnt="0">
        <dgm:presLayoutVars>
          <dgm:bulletEnabled val="1"/>
        </dgm:presLayoutVars>
      </dgm:prSet>
      <dgm:spPr/>
    </dgm:pt>
    <dgm:pt modelId="{C8197316-C533-4FA8-9354-9558CFB9AD01}" type="pres">
      <dgm:prSet presAssocID="{177880DC-07BB-437C-BB54-CD22F808E335}" presName="sibTrans" presStyleCnt="0"/>
      <dgm:spPr/>
    </dgm:pt>
    <dgm:pt modelId="{AF8D1524-742F-4244-910B-BAC287165F8E}" type="pres">
      <dgm:prSet presAssocID="{9979AAD6-A90F-40B3-AEA2-689E52F1ADA9}" presName="compositeNode" presStyleCnt="0">
        <dgm:presLayoutVars>
          <dgm:bulletEnabled val="1"/>
        </dgm:presLayoutVars>
      </dgm:prSet>
      <dgm:spPr/>
    </dgm:pt>
    <dgm:pt modelId="{6F718AB4-E739-4400-B47A-FBC5D6B785A0}" type="pres">
      <dgm:prSet presAssocID="{9979AAD6-A90F-40B3-AEA2-689E52F1ADA9}" presName="bgRect" presStyleLbl="fgAcc1" presStyleIdx="1" presStyleCnt="4" custScaleY="87311"/>
      <dgm:spPr/>
    </dgm:pt>
    <dgm:pt modelId="{E1DA6176-E1ED-460C-98A5-BFEA9295457D}" type="pres">
      <dgm:prSet presAssocID="{F4C39B3E-626C-4055-BBB6-BA7BBF96426D}" presName="sibTransNodeCircle" presStyleLbl="alignNode1" presStyleIdx="1" presStyleCnt="4" custScaleY="87311">
        <dgm:presLayoutVars>
          <dgm:chMax val="0"/>
          <dgm:bulletEnabled/>
        </dgm:presLayoutVars>
      </dgm:prSet>
      <dgm:spPr/>
    </dgm:pt>
    <dgm:pt modelId="{1CDC35F2-F356-4B0B-A5F7-3C71A0D21453}" type="pres">
      <dgm:prSet presAssocID="{9979AAD6-A90F-40B3-AEA2-689E52F1ADA9}" presName="nodeText" presStyleLbl="bgAccFollowNode1" presStyleIdx="0" presStyleCnt="0">
        <dgm:presLayoutVars>
          <dgm:bulletEnabled val="1"/>
        </dgm:presLayoutVars>
      </dgm:prSet>
      <dgm:spPr/>
    </dgm:pt>
    <dgm:pt modelId="{95425A6D-4C79-4A3B-A36E-4C7185AC9CB0}" type="pres">
      <dgm:prSet presAssocID="{F4C39B3E-626C-4055-BBB6-BA7BBF96426D}" presName="sibTrans" presStyleCnt="0"/>
      <dgm:spPr/>
    </dgm:pt>
    <dgm:pt modelId="{943F980E-8C34-496F-8086-65BAB068CBD9}" type="pres">
      <dgm:prSet presAssocID="{9AB36912-F121-4A5D-A697-AB2A45095DDA}" presName="compositeNode" presStyleCnt="0">
        <dgm:presLayoutVars>
          <dgm:bulletEnabled val="1"/>
        </dgm:presLayoutVars>
      </dgm:prSet>
      <dgm:spPr/>
    </dgm:pt>
    <dgm:pt modelId="{E121F290-5A7E-463A-BFD3-2514E19BF368}" type="pres">
      <dgm:prSet presAssocID="{9AB36912-F121-4A5D-A697-AB2A45095DDA}" presName="bgRect" presStyleLbl="fgAcc1" presStyleIdx="2" presStyleCnt="4" custScaleY="87311" custLinFactNeighborX="-2037" custLinFactNeighborY="284"/>
      <dgm:spPr/>
    </dgm:pt>
    <dgm:pt modelId="{C692E368-092D-4AD7-B0C5-A6D475DA7C85}" type="pres">
      <dgm:prSet presAssocID="{D6477708-A5B0-4105-A21B-76FF92692B1C}" presName="sibTransNodeCircle" presStyleLbl="alignNode1" presStyleIdx="2" presStyleCnt="4" custScaleY="87311" custLinFactNeighborX="-14876" custLinFactNeighborY="-1743">
        <dgm:presLayoutVars>
          <dgm:chMax val="0"/>
          <dgm:bulletEnabled/>
        </dgm:presLayoutVars>
      </dgm:prSet>
      <dgm:spPr/>
    </dgm:pt>
    <dgm:pt modelId="{D48BFBDD-E263-439D-A7DC-15495CF4B993}" type="pres">
      <dgm:prSet presAssocID="{9AB36912-F121-4A5D-A697-AB2A45095DDA}" presName="nodeText" presStyleLbl="bgAccFollowNode1" presStyleIdx="0" presStyleCnt="0">
        <dgm:presLayoutVars>
          <dgm:bulletEnabled val="1"/>
        </dgm:presLayoutVars>
      </dgm:prSet>
      <dgm:spPr/>
    </dgm:pt>
    <dgm:pt modelId="{CA66527B-C095-44B0-8CB9-02E922C8D442}" type="pres">
      <dgm:prSet presAssocID="{D6477708-A5B0-4105-A21B-76FF92692B1C}" presName="sibTrans" presStyleCnt="0"/>
      <dgm:spPr/>
    </dgm:pt>
    <dgm:pt modelId="{FC9C8F4B-ECBB-4732-A0BD-A2E259B911F9}" type="pres">
      <dgm:prSet presAssocID="{915B0545-8F1F-4CFD-B883-D52E172E4DEA}" presName="compositeNode" presStyleCnt="0">
        <dgm:presLayoutVars>
          <dgm:bulletEnabled val="1"/>
        </dgm:presLayoutVars>
      </dgm:prSet>
      <dgm:spPr/>
    </dgm:pt>
    <dgm:pt modelId="{981BD6FE-12DA-4E4A-8275-8B0777494412}" type="pres">
      <dgm:prSet presAssocID="{915B0545-8F1F-4CFD-B883-D52E172E4DEA}" presName="bgRect" presStyleLbl="fgAcc1" presStyleIdx="3" presStyleCnt="4" custScaleX="167966" custScaleY="147380"/>
      <dgm:spPr/>
    </dgm:pt>
    <dgm:pt modelId="{5E1A7FAA-BD73-4EA0-9BFA-5706283FCC33}" type="pres">
      <dgm:prSet presAssocID="{FAC6F5EE-CE47-4FD9-B5B0-08407B2D98BB}" presName="sibTransNodeCircle" presStyleLbl="alignNode1" presStyleIdx="3" presStyleCnt="4" custScaleX="208075" custScaleY="95268">
        <dgm:presLayoutVars>
          <dgm:chMax val="0"/>
          <dgm:bulletEnabled/>
        </dgm:presLayoutVars>
      </dgm:prSet>
      <dgm:spPr>
        <a:prstGeom prst="ellipse">
          <a:avLst/>
        </a:prstGeom>
      </dgm:spPr>
    </dgm:pt>
    <dgm:pt modelId="{A983FB86-679C-411B-A2C5-5548C17E1DCD}" type="pres">
      <dgm:prSet presAssocID="{915B0545-8F1F-4CFD-B883-D52E172E4DEA}" presName="nodeText" presStyleLbl="bgAccFollowNode1" presStyleIdx="0" presStyleCnt="0">
        <dgm:presLayoutVars>
          <dgm:bulletEnabled val="1"/>
        </dgm:presLayoutVars>
      </dgm:prSet>
      <dgm:spPr/>
    </dgm:pt>
  </dgm:ptLst>
  <dgm:cxnLst>
    <dgm:cxn modelId="{7FC42223-A6C5-423D-ACCC-C1D9ADC36517}" type="presOf" srcId="{D6477708-A5B0-4105-A21B-76FF92692B1C}" destId="{C692E368-092D-4AD7-B0C5-A6D475DA7C85}" srcOrd="0" destOrd="0" presId="urn:microsoft.com/office/officeart/2024/layout/NumberedTitleList#4"/>
    <dgm:cxn modelId="{D8A6CC3E-6F9D-4D83-8E40-03ED0DF4A678}" type="presOf" srcId="{177880DC-07BB-437C-BB54-CD22F808E335}" destId="{2E1919AD-D0C0-4945-8EE7-438FFFA7B054}" srcOrd="0" destOrd="0" presId="urn:microsoft.com/office/officeart/2024/layout/NumberedTitleList#4"/>
    <dgm:cxn modelId="{1806B741-55AE-4A07-914C-69C34BE183E6}" srcId="{02CD8878-7040-4204-A2E3-DE99CBBEDDDF}" destId="{61DA2916-91AB-43A6-B18B-C787495B6734}" srcOrd="0" destOrd="0" parTransId="{C03D848A-F20F-4E1C-934C-43328C70FB55}" sibTransId="{177880DC-07BB-437C-BB54-CD22F808E335}"/>
    <dgm:cxn modelId="{103D6C43-23BE-4548-A7B3-69E52DDEB7CB}" type="presOf" srcId="{915B0545-8F1F-4CFD-B883-D52E172E4DEA}" destId="{A983FB86-679C-411B-A2C5-5548C17E1DCD}" srcOrd="1" destOrd="0" presId="urn:microsoft.com/office/officeart/2024/layout/NumberedTitleList#4"/>
    <dgm:cxn modelId="{93FA856B-22EF-47C3-B7EC-176E31EAF9C7}" type="presOf" srcId="{915B0545-8F1F-4CFD-B883-D52E172E4DEA}" destId="{981BD6FE-12DA-4E4A-8275-8B0777494412}" srcOrd="0" destOrd="0" presId="urn:microsoft.com/office/officeart/2024/layout/NumberedTitleList#4"/>
    <dgm:cxn modelId="{34963270-BCE1-409F-96B2-EF99E04B733F}" srcId="{02CD8878-7040-4204-A2E3-DE99CBBEDDDF}" destId="{9979AAD6-A90F-40B3-AEA2-689E52F1ADA9}" srcOrd="1" destOrd="0" parTransId="{B3EF0648-F984-4479-99C7-D47330B8E82E}" sibTransId="{F4C39B3E-626C-4055-BBB6-BA7BBF96426D}"/>
    <dgm:cxn modelId="{A12D3A71-ED08-4B62-A684-9A82A0868B47}" type="presOf" srcId="{61DA2916-91AB-43A6-B18B-C787495B6734}" destId="{EBA192C9-7B4B-433E-8595-79408EE9F90C}" srcOrd="1" destOrd="0" presId="urn:microsoft.com/office/officeart/2024/layout/NumberedTitleList#4"/>
    <dgm:cxn modelId="{40CE0E57-F92C-4064-9F2C-763365920656}" srcId="{02CD8878-7040-4204-A2E3-DE99CBBEDDDF}" destId="{915B0545-8F1F-4CFD-B883-D52E172E4DEA}" srcOrd="3" destOrd="0" parTransId="{93111E27-9F81-430C-BC16-3A23C0B6B392}" sibTransId="{FAC6F5EE-CE47-4FD9-B5B0-08407B2D98BB}"/>
    <dgm:cxn modelId="{2F968578-936E-4C5C-A9C9-2927D6DB06B4}" type="presOf" srcId="{FAC6F5EE-CE47-4FD9-B5B0-08407B2D98BB}" destId="{5E1A7FAA-BD73-4EA0-9BFA-5706283FCC33}" srcOrd="0" destOrd="0" presId="urn:microsoft.com/office/officeart/2024/layout/NumberedTitleList#4"/>
    <dgm:cxn modelId="{67B37B7D-8EBE-4F8E-BAA3-F404D74549A9}" type="presOf" srcId="{9AB36912-F121-4A5D-A697-AB2A45095DDA}" destId="{D48BFBDD-E263-439D-A7DC-15495CF4B993}" srcOrd="1" destOrd="0" presId="urn:microsoft.com/office/officeart/2024/layout/NumberedTitleList#4"/>
    <dgm:cxn modelId="{268A089A-AAF1-446B-833F-74E8B27AB349}" type="presOf" srcId="{02CD8878-7040-4204-A2E3-DE99CBBEDDDF}" destId="{823FCF41-6C05-456F-89B3-D5610A2D67AC}" srcOrd="0" destOrd="0" presId="urn:microsoft.com/office/officeart/2024/layout/NumberedTitleList#4"/>
    <dgm:cxn modelId="{93A6E69E-F90E-4FD0-8837-E37E68588DC5}" type="presOf" srcId="{F4C39B3E-626C-4055-BBB6-BA7BBF96426D}" destId="{E1DA6176-E1ED-460C-98A5-BFEA9295457D}" srcOrd="0" destOrd="0" presId="urn:microsoft.com/office/officeart/2024/layout/NumberedTitleList#4"/>
    <dgm:cxn modelId="{97DE24A1-E487-4471-B6E5-C04EC76E0B89}" type="presOf" srcId="{9979AAD6-A90F-40B3-AEA2-689E52F1ADA9}" destId="{6F718AB4-E739-4400-B47A-FBC5D6B785A0}" srcOrd="0" destOrd="0" presId="urn:microsoft.com/office/officeart/2024/layout/NumberedTitleList#4"/>
    <dgm:cxn modelId="{726C66D1-E223-4795-95F3-0281E54A8C03}" srcId="{02CD8878-7040-4204-A2E3-DE99CBBEDDDF}" destId="{9AB36912-F121-4A5D-A697-AB2A45095DDA}" srcOrd="2" destOrd="0" parTransId="{43C1ED92-0426-4E42-BED2-DF629F7AF329}" sibTransId="{D6477708-A5B0-4105-A21B-76FF92692B1C}"/>
    <dgm:cxn modelId="{BCBBE0D2-6D9A-42D3-BDA0-458D0D4F4DBA}" type="presOf" srcId="{9979AAD6-A90F-40B3-AEA2-689E52F1ADA9}" destId="{1CDC35F2-F356-4B0B-A5F7-3C71A0D21453}" srcOrd="1" destOrd="0" presId="urn:microsoft.com/office/officeart/2024/layout/NumberedTitleList#4"/>
    <dgm:cxn modelId="{85F056DE-B706-4234-AA8B-C88998E02148}" type="presOf" srcId="{61DA2916-91AB-43A6-B18B-C787495B6734}" destId="{44CD51BD-1624-4840-81DE-37E6C4E1A841}" srcOrd="0" destOrd="0" presId="urn:microsoft.com/office/officeart/2024/layout/NumberedTitleList#4"/>
    <dgm:cxn modelId="{F1F87BED-334C-4198-9AB3-72CD54299AED}" type="presOf" srcId="{9AB36912-F121-4A5D-A697-AB2A45095DDA}" destId="{E121F290-5A7E-463A-BFD3-2514E19BF368}" srcOrd="0" destOrd="0" presId="urn:microsoft.com/office/officeart/2024/layout/NumberedTitleList#4"/>
    <dgm:cxn modelId="{250F10E3-CE41-49B5-BC99-CC52A4206B7A}" type="presParOf" srcId="{823FCF41-6C05-456F-89B3-D5610A2D67AC}" destId="{93DF2E20-6453-4115-B0FA-8D6FC789D622}" srcOrd="0" destOrd="0" presId="urn:microsoft.com/office/officeart/2024/layout/NumberedTitleList#4"/>
    <dgm:cxn modelId="{872ADAC6-8E93-49FA-921C-6C5DB2218027}" type="presParOf" srcId="{93DF2E20-6453-4115-B0FA-8D6FC789D622}" destId="{44CD51BD-1624-4840-81DE-37E6C4E1A841}" srcOrd="0" destOrd="0" presId="urn:microsoft.com/office/officeart/2024/layout/NumberedTitleList#4"/>
    <dgm:cxn modelId="{2F1F3034-A05F-43BC-9699-72DADDF89D7F}" type="presParOf" srcId="{93DF2E20-6453-4115-B0FA-8D6FC789D622}" destId="{2E1919AD-D0C0-4945-8EE7-438FFFA7B054}" srcOrd="1" destOrd="0" presId="urn:microsoft.com/office/officeart/2024/layout/NumberedTitleList#4"/>
    <dgm:cxn modelId="{C6865994-9CF9-40A2-9930-C302C538EFDE}" type="presParOf" srcId="{93DF2E20-6453-4115-B0FA-8D6FC789D622}" destId="{EBA192C9-7B4B-433E-8595-79408EE9F90C}" srcOrd="2" destOrd="0" presId="urn:microsoft.com/office/officeart/2024/layout/NumberedTitleList#4"/>
    <dgm:cxn modelId="{9659D914-37A5-4562-9989-B2E33FCCF500}" type="presParOf" srcId="{823FCF41-6C05-456F-89B3-D5610A2D67AC}" destId="{C8197316-C533-4FA8-9354-9558CFB9AD01}" srcOrd="1" destOrd="0" presId="urn:microsoft.com/office/officeart/2024/layout/NumberedTitleList#4"/>
    <dgm:cxn modelId="{B884ACCD-A8CA-499C-A384-7807F5FF91BA}" type="presParOf" srcId="{823FCF41-6C05-456F-89B3-D5610A2D67AC}" destId="{AF8D1524-742F-4244-910B-BAC287165F8E}" srcOrd="2" destOrd="0" presId="urn:microsoft.com/office/officeart/2024/layout/NumberedTitleList#4"/>
    <dgm:cxn modelId="{EFAD8D0B-3997-493A-A111-4B0BADFB744E}" type="presParOf" srcId="{AF8D1524-742F-4244-910B-BAC287165F8E}" destId="{6F718AB4-E739-4400-B47A-FBC5D6B785A0}" srcOrd="0" destOrd="0" presId="urn:microsoft.com/office/officeart/2024/layout/NumberedTitleList#4"/>
    <dgm:cxn modelId="{BFEB57D0-A9EF-4319-BDA1-D2600BFAD8B1}" type="presParOf" srcId="{AF8D1524-742F-4244-910B-BAC287165F8E}" destId="{E1DA6176-E1ED-460C-98A5-BFEA9295457D}" srcOrd="1" destOrd="0" presId="urn:microsoft.com/office/officeart/2024/layout/NumberedTitleList#4"/>
    <dgm:cxn modelId="{110426A1-5297-4BB6-B3B6-26006038F024}" type="presParOf" srcId="{AF8D1524-742F-4244-910B-BAC287165F8E}" destId="{1CDC35F2-F356-4B0B-A5F7-3C71A0D21453}" srcOrd="2" destOrd="0" presId="urn:microsoft.com/office/officeart/2024/layout/NumberedTitleList#4"/>
    <dgm:cxn modelId="{3A52F479-5A33-4D30-9695-AEC40F1DD001}" type="presParOf" srcId="{823FCF41-6C05-456F-89B3-D5610A2D67AC}" destId="{95425A6D-4C79-4A3B-A36E-4C7185AC9CB0}" srcOrd="3" destOrd="0" presId="urn:microsoft.com/office/officeart/2024/layout/NumberedTitleList#4"/>
    <dgm:cxn modelId="{305C62A2-F73A-4652-A7E5-66E1D5742823}" type="presParOf" srcId="{823FCF41-6C05-456F-89B3-D5610A2D67AC}" destId="{943F980E-8C34-496F-8086-65BAB068CBD9}" srcOrd="4" destOrd="0" presId="urn:microsoft.com/office/officeart/2024/layout/NumberedTitleList#4"/>
    <dgm:cxn modelId="{22BD6E1A-BFC0-4ADC-86F6-28BDB70180EE}" type="presParOf" srcId="{943F980E-8C34-496F-8086-65BAB068CBD9}" destId="{E121F290-5A7E-463A-BFD3-2514E19BF368}" srcOrd="0" destOrd="0" presId="urn:microsoft.com/office/officeart/2024/layout/NumberedTitleList#4"/>
    <dgm:cxn modelId="{64DAEA86-0069-4FFE-84EA-1E93E63704AB}" type="presParOf" srcId="{943F980E-8C34-496F-8086-65BAB068CBD9}" destId="{C692E368-092D-4AD7-B0C5-A6D475DA7C85}" srcOrd="1" destOrd="0" presId="urn:microsoft.com/office/officeart/2024/layout/NumberedTitleList#4"/>
    <dgm:cxn modelId="{1B1EEEC8-8D27-44FF-A884-529200D9689E}" type="presParOf" srcId="{943F980E-8C34-496F-8086-65BAB068CBD9}" destId="{D48BFBDD-E263-439D-A7DC-15495CF4B993}" srcOrd="2" destOrd="0" presId="urn:microsoft.com/office/officeart/2024/layout/NumberedTitleList#4"/>
    <dgm:cxn modelId="{CC1C13ED-B6E8-4FAC-B389-67ED416CC332}" type="presParOf" srcId="{823FCF41-6C05-456F-89B3-D5610A2D67AC}" destId="{CA66527B-C095-44B0-8CB9-02E922C8D442}" srcOrd="5" destOrd="0" presId="urn:microsoft.com/office/officeart/2024/layout/NumberedTitleList#4"/>
    <dgm:cxn modelId="{A78E14EC-6C09-4C67-A032-E7BC2A8FE931}" type="presParOf" srcId="{823FCF41-6C05-456F-89B3-D5610A2D67AC}" destId="{FC9C8F4B-ECBB-4732-A0BD-A2E259B911F9}" srcOrd="6" destOrd="0" presId="urn:microsoft.com/office/officeart/2024/layout/NumberedTitleList#4"/>
    <dgm:cxn modelId="{84AEC027-E7DF-4DA8-80D7-9C337B35FC5B}" type="presParOf" srcId="{FC9C8F4B-ECBB-4732-A0BD-A2E259B911F9}" destId="{981BD6FE-12DA-4E4A-8275-8B0777494412}" srcOrd="0" destOrd="0" presId="urn:microsoft.com/office/officeart/2024/layout/NumberedTitleList#4"/>
    <dgm:cxn modelId="{7B82E9EA-9767-4442-8FD6-E29472E2FDA8}" type="presParOf" srcId="{FC9C8F4B-ECBB-4732-A0BD-A2E259B911F9}" destId="{5E1A7FAA-BD73-4EA0-9BFA-5706283FCC33}" srcOrd="1" destOrd="0" presId="urn:microsoft.com/office/officeart/2024/layout/NumberedTitleList#4"/>
    <dgm:cxn modelId="{A0F66E1D-F857-4B89-87C9-F663A7F11AC6}" type="presParOf" srcId="{FC9C8F4B-ECBB-4732-A0BD-A2E259B911F9}" destId="{A983FB86-679C-411B-A2C5-5548C17E1DCD}" srcOrd="2" destOrd="0" presId="urn:microsoft.com/office/officeart/2024/layout/NumberedTitleList#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2CD8878-7040-4204-A2E3-DE99CBBEDDDF}" type="doc">
      <dgm:prSet loTypeId="urn:microsoft.com/office/officeart/2024/layout/NumberedTitleList#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61DA2916-91AB-43A6-B18B-C787495B6734}">
      <dgm:prSet phldrT="[Text]" phldr="0" custT="1"/>
      <dgm:spPr/>
      <dgm:t>
        <a:bodyPr/>
        <a:lstStyle/>
        <a:p>
          <a:r>
            <a:rPr lang="en-SG" sz="1500" dirty="0"/>
            <a:t>Authentication</a:t>
          </a:r>
        </a:p>
      </dgm:t>
    </dgm:pt>
    <dgm:pt modelId="{C03D848A-F20F-4E1C-934C-43328C70FB55}" type="parTrans" cxnId="{1806B741-55AE-4A07-914C-69C34BE183E6}">
      <dgm:prSet/>
      <dgm:spPr/>
      <dgm:t>
        <a:bodyPr/>
        <a:lstStyle/>
        <a:p>
          <a:endParaRPr lang="en-SG"/>
        </a:p>
      </dgm:t>
    </dgm:pt>
    <dgm:pt modelId="{177880DC-07BB-437C-BB54-CD22F808E335}" type="sibTrans" cxnId="{1806B741-55AE-4A07-914C-69C34BE183E6}">
      <dgm:prSet phldrT="1" phldr="0"/>
      <dgm:spPr>
        <a:solidFill>
          <a:srgbClr val="002060"/>
        </a:solidFill>
      </dgm:spPr>
      <dgm:t>
        <a:bodyPr/>
        <a:lstStyle/>
        <a:p>
          <a:r>
            <a:t>1</a:t>
          </a:r>
        </a:p>
      </dgm:t>
    </dgm:pt>
    <dgm:pt modelId="{9979AAD6-A90F-40B3-AEA2-689E52F1ADA9}">
      <dgm:prSet phldrT="[Text]" phldr="0" custT="1"/>
      <dgm:spPr/>
      <dgm:t>
        <a:bodyPr/>
        <a:lstStyle/>
        <a:p>
          <a:r>
            <a:rPr lang="en-SG" sz="1500" dirty="0"/>
            <a:t>Authorization</a:t>
          </a:r>
        </a:p>
      </dgm:t>
    </dgm:pt>
    <dgm:pt modelId="{B3EF0648-F984-4479-99C7-D47330B8E82E}" type="parTrans" cxnId="{34963270-BCE1-409F-96B2-EF99E04B733F}">
      <dgm:prSet/>
      <dgm:spPr/>
      <dgm:t>
        <a:bodyPr/>
        <a:lstStyle/>
        <a:p>
          <a:endParaRPr lang="en-SG"/>
        </a:p>
      </dgm:t>
    </dgm:pt>
    <dgm:pt modelId="{F4C39B3E-626C-4055-BBB6-BA7BBF96426D}" type="sibTrans" cxnId="{34963270-BCE1-409F-96B2-EF99E04B733F}">
      <dgm:prSet phldrT="2" phldr="0"/>
      <dgm:spPr>
        <a:solidFill>
          <a:srgbClr val="002060"/>
        </a:solidFill>
      </dgm:spPr>
      <dgm:t>
        <a:bodyPr/>
        <a:lstStyle/>
        <a:p>
          <a:r>
            <a:rPr lang="en-SG"/>
            <a:t>2</a:t>
          </a:r>
        </a:p>
      </dgm:t>
    </dgm:pt>
    <dgm:pt modelId="{9AB36912-F121-4A5D-A697-AB2A45095DDA}">
      <dgm:prSet phldrT="[Text]" phldr="0" custT="1"/>
      <dgm:spPr/>
      <dgm:t>
        <a:bodyPr/>
        <a:lstStyle/>
        <a:p>
          <a:r>
            <a:rPr lang="en-SG" sz="1500" dirty="0"/>
            <a:t>Data Protection</a:t>
          </a:r>
        </a:p>
        <a:p>
          <a:r>
            <a:rPr lang="en-SG" sz="1500" dirty="0"/>
            <a:t>&amp; Security</a:t>
          </a:r>
        </a:p>
      </dgm:t>
    </dgm:pt>
    <dgm:pt modelId="{43C1ED92-0426-4E42-BED2-DF629F7AF329}" type="parTrans" cxnId="{726C66D1-E223-4795-95F3-0281E54A8C03}">
      <dgm:prSet/>
      <dgm:spPr/>
      <dgm:t>
        <a:bodyPr/>
        <a:lstStyle/>
        <a:p>
          <a:endParaRPr lang="en-SG"/>
        </a:p>
      </dgm:t>
    </dgm:pt>
    <dgm:pt modelId="{D6477708-A5B0-4105-A21B-76FF92692B1C}" type="sibTrans" cxnId="{726C66D1-E223-4795-95F3-0281E54A8C03}">
      <dgm:prSet phldrT="3" phldr="0"/>
      <dgm:spPr>
        <a:solidFill>
          <a:srgbClr val="002060"/>
        </a:solidFill>
      </dgm:spPr>
      <dgm:t>
        <a:bodyPr/>
        <a:lstStyle/>
        <a:p>
          <a:r>
            <a:rPr lang="en-SG"/>
            <a:t>3</a:t>
          </a:r>
          <a:endParaRPr lang="en-SG" dirty="0"/>
        </a:p>
      </dgm:t>
    </dgm:pt>
    <dgm:pt modelId="{915B0545-8F1F-4CFD-B883-D52E172E4DEA}">
      <dgm:prSet phldrT="[Text]" phldr="0" custT="1"/>
      <dgm:spPr/>
      <dgm:t>
        <a:bodyPr/>
        <a:lstStyle/>
        <a:p>
          <a:r>
            <a:rPr lang="en-SG" sz="1500" dirty="0"/>
            <a:t>Payment &amp; APIs</a:t>
          </a:r>
        </a:p>
      </dgm:t>
    </dgm:pt>
    <dgm:pt modelId="{93111E27-9F81-430C-BC16-3A23C0B6B392}" type="parTrans" cxnId="{40CE0E57-F92C-4064-9F2C-763365920656}">
      <dgm:prSet/>
      <dgm:spPr/>
      <dgm:t>
        <a:bodyPr/>
        <a:lstStyle/>
        <a:p>
          <a:endParaRPr lang="en-SG"/>
        </a:p>
      </dgm:t>
    </dgm:pt>
    <dgm:pt modelId="{FAC6F5EE-CE47-4FD9-B5B0-08407B2D98BB}" type="sibTrans" cxnId="{40CE0E57-F92C-4064-9F2C-763365920656}">
      <dgm:prSet phldrT="4" phldr="0"/>
      <dgm:spPr>
        <a:solidFill>
          <a:srgbClr val="002060"/>
        </a:solidFill>
      </dgm:spPr>
      <dgm:t>
        <a:bodyPr/>
        <a:lstStyle/>
        <a:p>
          <a:r>
            <a:rPr lang="en-SG"/>
            <a:t>4</a:t>
          </a:r>
        </a:p>
      </dgm:t>
    </dgm:pt>
    <dgm:pt modelId="{AAA5F8B9-A94F-4F9F-B6AF-9DD8DCDDB763}">
      <dgm:prSet phldrT="[Text]" phldr="0" custT="1"/>
      <dgm:spPr/>
      <dgm:t>
        <a:bodyPr/>
        <a:lstStyle/>
        <a:p>
          <a:r>
            <a:rPr lang="en-SG" sz="1500" dirty="0"/>
            <a:t>Others</a:t>
          </a:r>
        </a:p>
      </dgm:t>
    </dgm:pt>
    <dgm:pt modelId="{6B84FC21-D149-448D-81E5-BAA1D14F2E61}" type="parTrans" cxnId="{071C8DB3-C2EA-42B9-A7C8-BA2387B5676F}">
      <dgm:prSet/>
      <dgm:spPr/>
      <dgm:t>
        <a:bodyPr/>
        <a:lstStyle/>
        <a:p>
          <a:endParaRPr lang="en-SG"/>
        </a:p>
      </dgm:t>
    </dgm:pt>
    <dgm:pt modelId="{D4CB2C88-CDA7-48B5-B95E-9705200D175D}" type="sibTrans" cxnId="{071C8DB3-C2EA-42B9-A7C8-BA2387B5676F}">
      <dgm:prSet phldrT="5" phldr="0"/>
      <dgm:spPr>
        <a:solidFill>
          <a:srgbClr val="002060"/>
        </a:solidFill>
      </dgm:spPr>
      <dgm:t>
        <a:bodyPr/>
        <a:lstStyle/>
        <a:p>
          <a:r>
            <a:rPr lang="en-SG"/>
            <a:t>5</a:t>
          </a:r>
        </a:p>
      </dgm:t>
    </dgm:pt>
    <dgm:pt modelId="{823FCF41-6C05-456F-89B3-D5610A2D67AC}" type="pres">
      <dgm:prSet presAssocID="{02CD8878-7040-4204-A2E3-DE99CBBEDDDF}" presName="Name0" presStyleCnt="0">
        <dgm:presLayoutVars>
          <dgm:dir/>
          <dgm:animLvl val="lvl"/>
          <dgm:resizeHandles val="exact"/>
        </dgm:presLayoutVars>
      </dgm:prSet>
      <dgm:spPr/>
    </dgm:pt>
    <dgm:pt modelId="{93DF2E20-6453-4115-B0FA-8D6FC789D622}" type="pres">
      <dgm:prSet presAssocID="{61DA2916-91AB-43A6-B18B-C787495B6734}" presName="compositeNode" presStyleCnt="0">
        <dgm:presLayoutVars>
          <dgm:bulletEnabled val="1"/>
        </dgm:presLayoutVars>
      </dgm:prSet>
      <dgm:spPr/>
    </dgm:pt>
    <dgm:pt modelId="{44CD51BD-1624-4840-81DE-37E6C4E1A841}" type="pres">
      <dgm:prSet presAssocID="{61DA2916-91AB-43A6-B18B-C787495B6734}" presName="bgRect" presStyleLbl="fgAcc1" presStyleIdx="0" presStyleCnt="5" custLinFactNeighborX="-10993" custLinFactNeighborY="1132"/>
      <dgm:spPr/>
    </dgm:pt>
    <dgm:pt modelId="{2E1919AD-D0C0-4945-8EE7-438FFFA7B054}" type="pres">
      <dgm:prSet presAssocID="{177880DC-07BB-437C-BB54-CD22F808E335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EBA192C9-7B4B-433E-8595-79408EE9F90C}" type="pres">
      <dgm:prSet presAssocID="{61DA2916-91AB-43A6-B18B-C787495B6734}" presName="nodeText" presStyleLbl="bgAccFollowNode1" presStyleIdx="0" presStyleCnt="0">
        <dgm:presLayoutVars>
          <dgm:bulletEnabled val="1"/>
        </dgm:presLayoutVars>
      </dgm:prSet>
      <dgm:spPr/>
    </dgm:pt>
    <dgm:pt modelId="{C8197316-C533-4FA8-9354-9558CFB9AD01}" type="pres">
      <dgm:prSet presAssocID="{177880DC-07BB-437C-BB54-CD22F808E335}" presName="sibTrans" presStyleCnt="0"/>
      <dgm:spPr/>
    </dgm:pt>
    <dgm:pt modelId="{AF8D1524-742F-4244-910B-BAC287165F8E}" type="pres">
      <dgm:prSet presAssocID="{9979AAD6-A90F-40B3-AEA2-689E52F1ADA9}" presName="compositeNode" presStyleCnt="0">
        <dgm:presLayoutVars>
          <dgm:bulletEnabled val="1"/>
        </dgm:presLayoutVars>
      </dgm:prSet>
      <dgm:spPr/>
    </dgm:pt>
    <dgm:pt modelId="{6F718AB4-E739-4400-B47A-FBC5D6B785A0}" type="pres">
      <dgm:prSet presAssocID="{9979AAD6-A90F-40B3-AEA2-689E52F1ADA9}" presName="bgRect" presStyleLbl="fgAcc1" presStyleIdx="1" presStyleCnt="5"/>
      <dgm:spPr/>
    </dgm:pt>
    <dgm:pt modelId="{E1DA6176-E1ED-460C-98A5-BFEA9295457D}" type="pres">
      <dgm:prSet presAssocID="{F4C39B3E-626C-4055-BBB6-BA7BBF96426D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1CDC35F2-F356-4B0B-A5F7-3C71A0D21453}" type="pres">
      <dgm:prSet presAssocID="{9979AAD6-A90F-40B3-AEA2-689E52F1ADA9}" presName="nodeText" presStyleLbl="bgAccFollowNode1" presStyleIdx="0" presStyleCnt="0">
        <dgm:presLayoutVars>
          <dgm:bulletEnabled val="1"/>
        </dgm:presLayoutVars>
      </dgm:prSet>
      <dgm:spPr/>
    </dgm:pt>
    <dgm:pt modelId="{95425A6D-4C79-4A3B-A36E-4C7185AC9CB0}" type="pres">
      <dgm:prSet presAssocID="{F4C39B3E-626C-4055-BBB6-BA7BBF96426D}" presName="sibTrans" presStyleCnt="0"/>
      <dgm:spPr/>
    </dgm:pt>
    <dgm:pt modelId="{943F980E-8C34-496F-8086-65BAB068CBD9}" type="pres">
      <dgm:prSet presAssocID="{9AB36912-F121-4A5D-A697-AB2A45095DDA}" presName="compositeNode" presStyleCnt="0">
        <dgm:presLayoutVars>
          <dgm:bulletEnabled val="1"/>
        </dgm:presLayoutVars>
      </dgm:prSet>
      <dgm:spPr/>
    </dgm:pt>
    <dgm:pt modelId="{E121F290-5A7E-463A-BFD3-2514E19BF368}" type="pres">
      <dgm:prSet presAssocID="{9AB36912-F121-4A5D-A697-AB2A45095DDA}" presName="bgRect" presStyleLbl="fgAcc1" presStyleIdx="2" presStyleCnt="5" custLinFactNeighborX="115" custLinFactNeighborY="-122"/>
      <dgm:spPr/>
    </dgm:pt>
    <dgm:pt modelId="{C692E368-092D-4AD7-B0C5-A6D475DA7C85}" type="pres">
      <dgm:prSet presAssocID="{D6477708-A5B0-4105-A21B-76FF92692B1C}" presName="sibTransNodeCircle" presStyleLbl="alignNode1" presStyleIdx="2" presStyleCnt="5" custLinFactNeighborX="-11035" custLinFactNeighborY="-2758">
        <dgm:presLayoutVars>
          <dgm:chMax val="0"/>
          <dgm:bulletEnabled/>
        </dgm:presLayoutVars>
      </dgm:prSet>
      <dgm:spPr/>
    </dgm:pt>
    <dgm:pt modelId="{D48BFBDD-E263-439D-A7DC-15495CF4B993}" type="pres">
      <dgm:prSet presAssocID="{9AB36912-F121-4A5D-A697-AB2A45095DDA}" presName="nodeText" presStyleLbl="bgAccFollowNode1" presStyleIdx="0" presStyleCnt="0">
        <dgm:presLayoutVars>
          <dgm:bulletEnabled val="1"/>
        </dgm:presLayoutVars>
      </dgm:prSet>
      <dgm:spPr/>
    </dgm:pt>
    <dgm:pt modelId="{CA66527B-C095-44B0-8CB9-02E922C8D442}" type="pres">
      <dgm:prSet presAssocID="{D6477708-A5B0-4105-A21B-76FF92692B1C}" presName="sibTrans" presStyleCnt="0"/>
      <dgm:spPr/>
    </dgm:pt>
    <dgm:pt modelId="{FC9C8F4B-ECBB-4732-A0BD-A2E259B911F9}" type="pres">
      <dgm:prSet presAssocID="{915B0545-8F1F-4CFD-B883-D52E172E4DEA}" presName="compositeNode" presStyleCnt="0">
        <dgm:presLayoutVars>
          <dgm:bulletEnabled val="1"/>
        </dgm:presLayoutVars>
      </dgm:prSet>
      <dgm:spPr/>
    </dgm:pt>
    <dgm:pt modelId="{981BD6FE-12DA-4E4A-8275-8B0777494412}" type="pres">
      <dgm:prSet presAssocID="{915B0545-8F1F-4CFD-B883-D52E172E4DEA}" presName="bgRect" presStyleLbl="fgAcc1" presStyleIdx="3" presStyleCnt="5"/>
      <dgm:spPr/>
    </dgm:pt>
    <dgm:pt modelId="{5E1A7FAA-BD73-4EA0-9BFA-5706283FCC33}" type="pres">
      <dgm:prSet presAssocID="{FAC6F5EE-CE47-4FD9-B5B0-08407B2D98BB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A983FB86-679C-411B-A2C5-5548C17E1DCD}" type="pres">
      <dgm:prSet presAssocID="{915B0545-8F1F-4CFD-B883-D52E172E4DEA}" presName="nodeText" presStyleLbl="bgAccFollowNode1" presStyleIdx="0" presStyleCnt="0">
        <dgm:presLayoutVars>
          <dgm:bulletEnabled val="1"/>
        </dgm:presLayoutVars>
      </dgm:prSet>
      <dgm:spPr/>
    </dgm:pt>
    <dgm:pt modelId="{12F79227-17AF-4159-8625-1AE5562B5E13}" type="pres">
      <dgm:prSet presAssocID="{FAC6F5EE-CE47-4FD9-B5B0-08407B2D98BB}" presName="sibTrans" presStyleCnt="0"/>
      <dgm:spPr/>
    </dgm:pt>
    <dgm:pt modelId="{AEE76346-FBFF-4BA8-B01E-0915E6ED5F6E}" type="pres">
      <dgm:prSet presAssocID="{AAA5F8B9-A94F-4F9F-B6AF-9DD8DCDDB763}" presName="compositeNode" presStyleCnt="0">
        <dgm:presLayoutVars>
          <dgm:bulletEnabled val="1"/>
        </dgm:presLayoutVars>
      </dgm:prSet>
      <dgm:spPr/>
    </dgm:pt>
    <dgm:pt modelId="{32F0DCB6-254E-4594-AEB4-0736ADC3DB5F}" type="pres">
      <dgm:prSet presAssocID="{AAA5F8B9-A94F-4F9F-B6AF-9DD8DCDDB763}" presName="bgRect" presStyleLbl="fgAcc1" presStyleIdx="4" presStyleCnt="5"/>
      <dgm:spPr/>
    </dgm:pt>
    <dgm:pt modelId="{E1F5EC3D-80A7-4D00-85FE-380C3B57B08E}" type="pres">
      <dgm:prSet presAssocID="{D4CB2C88-CDA7-48B5-B95E-9705200D175D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AA0BB9F3-A854-4B12-A308-29BEF66D95BE}" type="pres">
      <dgm:prSet presAssocID="{AAA5F8B9-A94F-4F9F-B6AF-9DD8DCDDB763}" presName="nodeText" presStyleLbl="bgAccFollowNode1" presStyleIdx="0" presStyleCnt="0">
        <dgm:presLayoutVars>
          <dgm:bulletEnabled val="1"/>
        </dgm:presLayoutVars>
      </dgm:prSet>
      <dgm:spPr/>
    </dgm:pt>
  </dgm:ptLst>
  <dgm:cxnLst>
    <dgm:cxn modelId="{05689922-8E02-4212-B8BD-22BCE016B10B}" type="presOf" srcId="{AAA5F8B9-A94F-4F9F-B6AF-9DD8DCDDB763}" destId="{AA0BB9F3-A854-4B12-A308-29BEF66D95BE}" srcOrd="1" destOrd="0" presId="urn:microsoft.com/office/officeart/2024/layout/NumberedTitleList#5"/>
    <dgm:cxn modelId="{7FC42223-A6C5-423D-ACCC-C1D9ADC36517}" type="presOf" srcId="{D6477708-A5B0-4105-A21B-76FF92692B1C}" destId="{C692E368-092D-4AD7-B0C5-A6D475DA7C85}" srcOrd="0" destOrd="0" presId="urn:microsoft.com/office/officeart/2024/layout/NumberedTitleList#5"/>
    <dgm:cxn modelId="{D8A6CC3E-6F9D-4D83-8E40-03ED0DF4A678}" type="presOf" srcId="{177880DC-07BB-437C-BB54-CD22F808E335}" destId="{2E1919AD-D0C0-4945-8EE7-438FFFA7B054}" srcOrd="0" destOrd="0" presId="urn:microsoft.com/office/officeart/2024/layout/NumberedTitleList#5"/>
    <dgm:cxn modelId="{1806B741-55AE-4A07-914C-69C34BE183E6}" srcId="{02CD8878-7040-4204-A2E3-DE99CBBEDDDF}" destId="{61DA2916-91AB-43A6-B18B-C787495B6734}" srcOrd="0" destOrd="0" parTransId="{C03D848A-F20F-4E1C-934C-43328C70FB55}" sibTransId="{177880DC-07BB-437C-BB54-CD22F808E335}"/>
    <dgm:cxn modelId="{103D6C43-23BE-4548-A7B3-69E52DDEB7CB}" type="presOf" srcId="{915B0545-8F1F-4CFD-B883-D52E172E4DEA}" destId="{A983FB86-679C-411B-A2C5-5548C17E1DCD}" srcOrd="1" destOrd="0" presId="urn:microsoft.com/office/officeart/2024/layout/NumberedTitleList#5"/>
    <dgm:cxn modelId="{93FA856B-22EF-47C3-B7EC-176E31EAF9C7}" type="presOf" srcId="{915B0545-8F1F-4CFD-B883-D52E172E4DEA}" destId="{981BD6FE-12DA-4E4A-8275-8B0777494412}" srcOrd="0" destOrd="0" presId="urn:microsoft.com/office/officeart/2024/layout/NumberedTitleList#5"/>
    <dgm:cxn modelId="{34963270-BCE1-409F-96B2-EF99E04B733F}" srcId="{02CD8878-7040-4204-A2E3-DE99CBBEDDDF}" destId="{9979AAD6-A90F-40B3-AEA2-689E52F1ADA9}" srcOrd="1" destOrd="0" parTransId="{B3EF0648-F984-4479-99C7-D47330B8E82E}" sibTransId="{F4C39B3E-626C-4055-BBB6-BA7BBF96426D}"/>
    <dgm:cxn modelId="{A12D3A71-ED08-4B62-A684-9A82A0868B47}" type="presOf" srcId="{61DA2916-91AB-43A6-B18B-C787495B6734}" destId="{EBA192C9-7B4B-433E-8595-79408EE9F90C}" srcOrd="1" destOrd="0" presId="urn:microsoft.com/office/officeart/2024/layout/NumberedTitleList#5"/>
    <dgm:cxn modelId="{40CE0E57-F92C-4064-9F2C-763365920656}" srcId="{02CD8878-7040-4204-A2E3-DE99CBBEDDDF}" destId="{915B0545-8F1F-4CFD-B883-D52E172E4DEA}" srcOrd="3" destOrd="0" parTransId="{93111E27-9F81-430C-BC16-3A23C0B6B392}" sibTransId="{FAC6F5EE-CE47-4FD9-B5B0-08407B2D98BB}"/>
    <dgm:cxn modelId="{2F968578-936E-4C5C-A9C9-2927D6DB06B4}" type="presOf" srcId="{FAC6F5EE-CE47-4FD9-B5B0-08407B2D98BB}" destId="{5E1A7FAA-BD73-4EA0-9BFA-5706283FCC33}" srcOrd="0" destOrd="0" presId="urn:microsoft.com/office/officeart/2024/layout/NumberedTitleList#5"/>
    <dgm:cxn modelId="{67B37B7D-8EBE-4F8E-BAA3-F404D74549A9}" type="presOf" srcId="{9AB36912-F121-4A5D-A697-AB2A45095DDA}" destId="{D48BFBDD-E263-439D-A7DC-15495CF4B993}" srcOrd="1" destOrd="0" presId="urn:microsoft.com/office/officeart/2024/layout/NumberedTitleList#5"/>
    <dgm:cxn modelId="{AA17E88F-A64C-4AC5-B547-5A764BC740DC}" type="presOf" srcId="{AAA5F8B9-A94F-4F9F-B6AF-9DD8DCDDB763}" destId="{32F0DCB6-254E-4594-AEB4-0736ADC3DB5F}" srcOrd="0" destOrd="0" presId="urn:microsoft.com/office/officeart/2024/layout/NumberedTitleList#5"/>
    <dgm:cxn modelId="{268A089A-AAF1-446B-833F-74E8B27AB349}" type="presOf" srcId="{02CD8878-7040-4204-A2E3-DE99CBBEDDDF}" destId="{823FCF41-6C05-456F-89B3-D5610A2D67AC}" srcOrd="0" destOrd="0" presId="urn:microsoft.com/office/officeart/2024/layout/NumberedTitleList#5"/>
    <dgm:cxn modelId="{93A6E69E-F90E-4FD0-8837-E37E68588DC5}" type="presOf" srcId="{F4C39B3E-626C-4055-BBB6-BA7BBF96426D}" destId="{E1DA6176-E1ED-460C-98A5-BFEA9295457D}" srcOrd="0" destOrd="0" presId="urn:microsoft.com/office/officeart/2024/layout/NumberedTitleList#5"/>
    <dgm:cxn modelId="{97DE24A1-E487-4471-B6E5-C04EC76E0B89}" type="presOf" srcId="{9979AAD6-A90F-40B3-AEA2-689E52F1ADA9}" destId="{6F718AB4-E739-4400-B47A-FBC5D6B785A0}" srcOrd="0" destOrd="0" presId="urn:microsoft.com/office/officeart/2024/layout/NumberedTitleList#5"/>
    <dgm:cxn modelId="{071C8DB3-C2EA-42B9-A7C8-BA2387B5676F}" srcId="{02CD8878-7040-4204-A2E3-DE99CBBEDDDF}" destId="{AAA5F8B9-A94F-4F9F-B6AF-9DD8DCDDB763}" srcOrd="4" destOrd="0" parTransId="{6B84FC21-D149-448D-81E5-BAA1D14F2E61}" sibTransId="{D4CB2C88-CDA7-48B5-B95E-9705200D175D}"/>
    <dgm:cxn modelId="{726C66D1-E223-4795-95F3-0281E54A8C03}" srcId="{02CD8878-7040-4204-A2E3-DE99CBBEDDDF}" destId="{9AB36912-F121-4A5D-A697-AB2A45095DDA}" srcOrd="2" destOrd="0" parTransId="{43C1ED92-0426-4E42-BED2-DF629F7AF329}" sibTransId="{D6477708-A5B0-4105-A21B-76FF92692B1C}"/>
    <dgm:cxn modelId="{BCBBE0D2-6D9A-42D3-BDA0-458D0D4F4DBA}" type="presOf" srcId="{9979AAD6-A90F-40B3-AEA2-689E52F1ADA9}" destId="{1CDC35F2-F356-4B0B-A5F7-3C71A0D21453}" srcOrd="1" destOrd="0" presId="urn:microsoft.com/office/officeart/2024/layout/NumberedTitleList#5"/>
    <dgm:cxn modelId="{85F056DE-B706-4234-AA8B-C88998E02148}" type="presOf" srcId="{61DA2916-91AB-43A6-B18B-C787495B6734}" destId="{44CD51BD-1624-4840-81DE-37E6C4E1A841}" srcOrd="0" destOrd="0" presId="urn:microsoft.com/office/officeart/2024/layout/NumberedTitleList#5"/>
    <dgm:cxn modelId="{C86E03E9-FAB8-4C0A-BDBB-8C41A962FB9B}" type="presOf" srcId="{D4CB2C88-CDA7-48B5-B95E-9705200D175D}" destId="{E1F5EC3D-80A7-4D00-85FE-380C3B57B08E}" srcOrd="0" destOrd="0" presId="urn:microsoft.com/office/officeart/2024/layout/NumberedTitleList#5"/>
    <dgm:cxn modelId="{F1F87BED-334C-4198-9AB3-72CD54299AED}" type="presOf" srcId="{9AB36912-F121-4A5D-A697-AB2A45095DDA}" destId="{E121F290-5A7E-463A-BFD3-2514E19BF368}" srcOrd="0" destOrd="0" presId="urn:microsoft.com/office/officeart/2024/layout/NumberedTitleList#5"/>
    <dgm:cxn modelId="{250F10E3-CE41-49B5-BC99-CC52A4206B7A}" type="presParOf" srcId="{823FCF41-6C05-456F-89B3-D5610A2D67AC}" destId="{93DF2E20-6453-4115-B0FA-8D6FC789D622}" srcOrd="0" destOrd="0" presId="urn:microsoft.com/office/officeart/2024/layout/NumberedTitleList#5"/>
    <dgm:cxn modelId="{872ADAC6-8E93-49FA-921C-6C5DB2218027}" type="presParOf" srcId="{93DF2E20-6453-4115-B0FA-8D6FC789D622}" destId="{44CD51BD-1624-4840-81DE-37E6C4E1A841}" srcOrd="0" destOrd="0" presId="urn:microsoft.com/office/officeart/2024/layout/NumberedTitleList#5"/>
    <dgm:cxn modelId="{2F1F3034-A05F-43BC-9699-72DADDF89D7F}" type="presParOf" srcId="{93DF2E20-6453-4115-B0FA-8D6FC789D622}" destId="{2E1919AD-D0C0-4945-8EE7-438FFFA7B054}" srcOrd="1" destOrd="0" presId="urn:microsoft.com/office/officeart/2024/layout/NumberedTitleList#5"/>
    <dgm:cxn modelId="{C6865994-9CF9-40A2-9930-C302C538EFDE}" type="presParOf" srcId="{93DF2E20-6453-4115-B0FA-8D6FC789D622}" destId="{EBA192C9-7B4B-433E-8595-79408EE9F90C}" srcOrd="2" destOrd="0" presId="urn:microsoft.com/office/officeart/2024/layout/NumberedTitleList#5"/>
    <dgm:cxn modelId="{9659D914-37A5-4562-9989-B2E33FCCF500}" type="presParOf" srcId="{823FCF41-6C05-456F-89B3-D5610A2D67AC}" destId="{C8197316-C533-4FA8-9354-9558CFB9AD01}" srcOrd="1" destOrd="0" presId="urn:microsoft.com/office/officeart/2024/layout/NumberedTitleList#5"/>
    <dgm:cxn modelId="{B884ACCD-A8CA-499C-A384-7807F5FF91BA}" type="presParOf" srcId="{823FCF41-6C05-456F-89B3-D5610A2D67AC}" destId="{AF8D1524-742F-4244-910B-BAC287165F8E}" srcOrd="2" destOrd="0" presId="urn:microsoft.com/office/officeart/2024/layout/NumberedTitleList#5"/>
    <dgm:cxn modelId="{EFAD8D0B-3997-493A-A111-4B0BADFB744E}" type="presParOf" srcId="{AF8D1524-742F-4244-910B-BAC287165F8E}" destId="{6F718AB4-E739-4400-B47A-FBC5D6B785A0}" srcOrd="0" destOrd="0" presId="urn:microsoft.com/office/officeart/2024/layout/NumberedTitleList#5"/>
    <dgm:cxn modelId="{BFEB57D0-A9EF-4319-BDA1-D2600BFAD8B1}" type="presParOf" srcId="{AF8D1524-742F-4244-910B-BAC287165F8E}" destId="{E1DA6176-E1ED-460C-98A5-BFEA9295457D}" srcOrd="1" destOrd="0" presId="urn:microsoft.com/office/officeart/2024/layout/NumberedTitleList#5"/>
    <dgm:cxn modelId="{110426A1-5297-4BB6-B3B6-26006038F024}" type="presParOf" srcId="{AF8D1524-742F-4244-910B-BAC287165F8E}" destId="{1CDC35F2-F356-4B0B-A5F7-3C71A0D21453}" srcOrd="2" destOrd="0" presId="urn:microsoft.com/office/officeart/2024/layout/NumberedTitleList#5"/>
    <dgm:cxn modelId="{3A52F479-5A33-4D30-9695-AEC40F1DD001}" type="presParOf" srcId="{823FCF41-6C05-456F-89B3-D5610A2D67AC}" destId="{95425A6D-4C79-4A3B-A36E-4C7185AC9CB0}" srcOrd="3" destOrd="0" presId="urn:microsoft.com/office/officeart/2024/layout/NumberedTitleList#5"/>
    <dgm:cxn modelId="{305C62A2-F73A-4652-A7E5-66E1D5742823}" type="presParOf" srcId="{823FCF41-6C05-456F-89B3-D5610A2D67AC}" destId="{943F980E-8C34-496F-8086-65BAB068CBD9}" srcOrd="4" destOrd="0" presId="urn:microsoft.com/office/officeart/2024/layout/NumberedTitleList#5"/>
    <dgm:cxn modelId="{22BD6E1A-BFC0-4ADC-86F6-28BDB70180EE}" type="presParOf" srcId="{943F980E-8C34-496F-8086-65BAB068CBD9}" destId="{E121F290-5A7E-463A-BFD3-2514E19BF368}" srcOrd="0" destOrd="0" presId="urn:microsoft.com/office/officeart/2024/layout/NumberedTitleList#5"/>
    <dgm:cxn modelId="{64DAEA86-0069-4FFE-84EA-1E93E63704AB}" type="presParOf" srcId="{943F980E-8C34-496F-8086-65BAB068CBD9}" destId="{C692E368-092D-4AD7-B0C5-A6D475DA7C85}" srcOrd="1" destOrd="0" presId="urn:microsoft.com/office/officeart/2024/layout/NumberedTitleList#5"/>
    <dgm:cxn modelId="{1B1EEEC8-8D27-44FF-A884-529200D9689E}" type="presParOf" srcId="{943F980E-8C34-496F-8086-65BAB068CBD9}" destId="{D48BFBDD-E263-439D-A7DC-15495CF4B993}" srcOrd="2" destOrd="0" presId="urn:microsoft.com/office/officeart/2024/layout/NumberedTitleList#5"/>
    <dgm:cxn modelId="{CC1C13ED-B6E8-4FAC-B389-67ED416CC332}" type="presParOf" srcId="{823FCF41-6C05-456F-89B3-D5610A2D67AC}" destId="{CA66527B-C095-44B0-8CB9-02E922C8D442}" srcOrd="5" destOrd="0" presId="urn:microsoft.com/office/officeart/2024/layout/NumberedTitleList#5"/>
    <dgm:cxn modelId="{A78E14EC-6C09-4C67-A032-E7BC2A8FE931}" type="presParOf" srcId="{823FCF41-6C05-456F-89B3-D5610A2D67AC}" destId="{FC9C8F4B-ECBB-4732-A0BD-A2E259B911F9}" srcOrd="6" destOrd="0" presId="urn:microsoft.com/office/officeart/2024/layout/NumberedTitleList#5"/>
    <dgm:cxn modelId="{84AEC027-E7DF-4DA8-80D7-9C337B35FC5B}" type="presParOf" srcId="{FC9C8F4B-ECBB-4732-A0BD-A2E259B911F9}" destId="{981BD6FE-12DA-4E4A-8275-8B0777494412}" srcOrd="0" destOrd="0" presId="urn:microsoft.com/office/officeart/2024/layout/NumberedTitleList#5"/>
    <dgm:cxn modelId="{7B82E9EA-9767-4442-8FD6-E29472E2FDA8}" type="presParOf" srcId="{FC9C8F4B-ECBB-4732-A0BD-A2E259B911F9}" destId="{5E1A7FAA-BD73-4EA0-9BFA-5706283FCC33}" srcOrd="1" destOrd="0" presId="urn:microsoft.com/office/officeart/2024/layout/NumberedTitleList#5"/>
    <dgm:cxn modelId="{A0F66E1D-F857-4B89-87C9-F663A7F11AC6}" type="presParOf" srcId="{FC9C8F4B-ECBB-4732-A0BD-A2E259B911F9}" destId="{A983FB86-679C-411B-A2C5-5548C17E1DCD}" srcOrd="2" destOrd="0" presId="urn:microsoft.com/office/officeart/2024/layout/NumberedTitleList#5"/>
    <dgm:cxn modelId="{7E9D2F77-4E67-4161-8FBD-F4FECCFEDA52}" type="presParOf" srcId="{823FCF41-6C05-456F-89B3-D5610A2D67AC}" destId="{12F79227-17AF-4159-8625-1AE5562B5E13}" srcOrd="7" destOrd="0" presId="urn:microsoft.com/office/officeart/2024/layout/NumberedTitleList#5"/>
    <dgm:cxn modelId="{188338EA-C824-414D-BF27-E1AE1FCA2824}" type="presParOf" srcId="{823FCF41-6C05-456F-89B3-D5610A2D67AC}" destId="{AEE76346-FBFF-4BA8-B01E-0915E6ED5F6E}" srcOrd="8" destOrd="0" presId="urn:microsoft.com/office/officeart/2024/layout/NumberedTitleList#5"/>
    <dgm:cxn modelId="{E878F7CE-2462-437E-93CA-F56F56018DF5}" type="presParOf" srcId="{AEE76346-FBFF-4BA8-B01E-0915E6ED5F6E}" destId="{32F0DCB6-254E-4594-AEB4-0736ADC3DB5F}" srcOrd="0" destOrd="0" presId="urn:microsoft.com/office/officeart/2024/layout/NumberedTitleList#5"/>
    <dgm:cxn modelId="{BCEE9CBB-7A5D-44F4-89ED-35D3928EB192}" type="presParOf" srcId="{AEE76346-FBFF-4BA8-B01E-0915E6ED5F6E}" destId="{E1F5EC3D-80A7-4D00-85FE-380C3B57B08E}" srcOrd="1" destOrd="0" presId="urn:microsoft.com/office/officeart/2024/layout/NumberedTitleList#5"/>
    <dgm:cxn modelId="{61F4B413-C4D7-4A4A-871E-8D60E0EF4F93}" type="presParOf" srcId="{AEE76346-FBFF-4BA8-B01E-0915E6ED5F6E}" destId="{AA0BB9F3-A854-4B12-A308-29BEF66D95BE}" srcOrd="2" destOrd="0" presId="urn:microsoft.com/office/officeart/2024/layout/NumberedTitleList#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2CD8878-7040-4204-A2E3-DE99CBBEDDDF}" type="doc">
      <dgm:prSet loTypeId="urn:microsoft.com/office/officeart/2024/layout/NumberedTitleList#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61DA2916-91AB-43A6-B18B-C787495B6734}">
      <dgm:prSet phldrT="[Text]" phldr="0" custT="1"/>
      <dgm:spPr/>
      <dgm:t>
        <a:bodyPr/>
        <a:lstStyle/>
        <a:p>
          <a:r>
            <a:rPr lang="en-SG" sz="1500" dirty="0"/>
            <a:t>Authentication</a:t>
          </a:r>
        </a:p>
      </dgm:t>
    </dgm:pt>
    <dgm:pt modelId="{C03D848A-F20F-4E1C-934C-43328C70FB55}" type="parTrans" cxnId="{1806B741-55AE-4A07-914C-69C34BE183E6}">
      <dgm:prSet/>
      <dgm:spPr/>
      <dgm:t>
        <a:bodyPr/>
        <a:lstStyle/>
        <a:p>
          <a:endParaRPr lang="en-SG"/>
        </a:p>
      </dgm:t>
    </dgm:pt>
    <dgm:pt modelId="{177880DC-07BB-437C-BB54-CD22F808E335}" type="sibTrans" cxnId="{1806B741-55AE-4A07-914C-69C34BE183E6}">
      <dgm:prSet phldrT="1" phldr="0"/>
      <dgm:spPr>
        <a:solidFill>
          <a:srgbClr val="002060"/>
        </a:solidFill>
      </dgm:spPr>
      <dgm:t>
        <a:bodyPr/>
        <a:lstStyle/>
        <a:p>
          <a:r>
            <a:t>1</a:t>
          </a:r>
        </a:p>
      </dgm:t>
    </dgm:pt>
    <dgm:pt modelId="{9979AAD6-A90F-40B3-AEA2-689E52F1ADA9}">
      <dgm:prSet phldrT="[Text]" phldr="0" custT="1"/>
      <dgm:spPr/>
      <dgm:t>
        <a:bodyPr/>
        <a:lstStyle/>
        <a:p>
          <a:r>
            <a:rPr lang="en-SG" sz="1500" dirty="0"/>
            <a:t>Authorization</a:t>
          </a:r>
        </a:p>
      </dgm:t>
    </dgm:pt>
    <dgm:pt modelId="{B3EF0648-F984-4479-99C7-D47330B8E82E}" type="parTrans" cxnId="{34963270-BCE1-409F-96B2-EF99E04B733F}">
      <dgm:prSet/>
      <dgm:spPr/>
      <dgm:t>
        <a:bodyPr/>
        <a:lstStyle/>
        <a:p>
          <a:endParaRPr lang="en-SG"/>
        </a:p>
      </dgm:t>
    </dgm:pt>
    <dgm:pt modelId="{F4C39B3E-626C-4055-BBB6-BA7BBF96426D}" type="sibTrans" cxnId="{34963270-BCE1-409F-96B2-EF99E04B733F}">
      <dgm:prSet phldrT="2" phldr="0"/>
      <dgm:spPr>
        <a:solidFill>
          <a:srgbClr val="002060"/>
        </a:solidFill>
      </dgm:spPr>
      <dgm:t>
        <a:bodyPr/>
        <a:lstStyle/>
        <a:p>
          <a:r>
            <a:rPr lang="en-SG"/>
            <a:t>2</a:t>
          </a:r>
        </a:p>
      </dgm:t>
    </dgm:pt>
    <dgm:pt modelId="{9AB36912-F121-4A5D-A697-AB2A45095DDA}">
      <dgm:prSet phldrT="[Text]" phldr="0" custT="1"/>
      <dgm:spPr/>
      <dgm:t>
        <a:bodyPr/>
        <a:lstStyle/>
        <a:p>
          <a:r>
            <a:rPr lang="en-SG" sz="1500" dirty="0"/>
            <a:t>Data Protection</a:t>
          </a:r>
        </a:p>
        <a:p>
          <a:r>
            <a:rPr lang="en-SG" sz="1500" dirty="0"/>
            <a:t>&amp; Security</a:t>
          </a:r>
        </a:p>
      </dgm:t>
    </dgm:pt>
    <dgm:pt modelId="{43C1ED92-0426-4E42-BED2-DF629F7AF329}" type="parTrans" cxnId="{726C66D1-E223-4795-95F3-0281E54A8C03}">
      <dgm:prSet/>
      <dgm:spPr/>
      <dgm:t>
        <a:bodyPr/>
        <a:lstStyle/>
        <a:p>
          <a:endParaRPr lang="en-SG"/>
        </a:p>
      </dgm:t>
    </dgm:pt>
    <dgm:pt modelId="{D6477708-A5B0-4105-A21B-76FF92692B1C}" type="sibTrans" cxnId="{726C66D1-E223-4795-95F3-0281E54A8C03}">
      <dgm:prSet phldrT="3" phldr="0"/>
      <dgm:spPr>
        <a:solidFill>
          <a:srgbClr val="002060"/>
        </a:solidFill>
      </dgm:spPr>
      <dgm:t>
        <a:bodyPr/>
        <a:lstStyle/>
        <a:p>
          <a:r>
            <a:rPr lang="en-SG"/>
            <a:t>3</a:t>
          </a:r>
          <a:endParaRPr lang="en-SG" dirty="0"/>
        </a:p>
      </dgm:t>
    </dgm:pt>
    <dgm:pt modelId="{915B0545-8F1F-4CFD-B883-D52E172E4DEA}">
      <dgm:prSet phldrT="[Text]" phldr="0" custT="1"/>
      <dgm:spPr/>
      <dgm:t>
        <a:bodyPr/>
        <a:lstStyle/>
        <a:p>
          <a:r>
            <a:rPr lang="en-SG" sz="1500" dirty="0"/>
            <a:t>Payment &amp; APIs</a:t>
          </a:r>
        </a:p>
      </dgm:t>
    </dgm:pt>
    <dgm:pt modelId="{93111E27-9F81-430C-BC16-3A23C0B6B392}" type="parTrans" cxnId="{40CE0E57-F92C-4064-9F2C-763365920656}">
      <dgm:prSet/>
      <dgm:spPr/>
      <dgm:t>
        <a:bodyPr/>
        <a:lstStyle/>
        <a:p>
          <a:endParaRPr lang="en-SG"/>
        </a:p>
      </dgm:t>
    </dgm:pt>
    <dgm:pt modelId="{FAC6F5EE-CE47-4FD9-B5B0-08407B2D98BB}" type="sibTrans" cxnId="{40CE0E57-F92C-4064-9F2C-763365920656}">
      <dgm:prSet phldrT="4" phldr="0"/>
      <dgm:spPr>
        <a:solidFill>
          <a:srgbClr val="002060"/>
        </a:solidFill>
      </dgm:spPr>
      <dgm:t>
        <a:bodyPr/>
        <a:lstStyle/>
        <a:p>
          <a:r>
            <a:rPr lang="en-SG"/>
            <a:t>4</a:t>
          </a:r>
        </a:p>
      </dgm:t>
    </dgm:pt>
    <dgm:pt modelId="{AAA5F8B9-A94F-4F9F-B6AF-9DD8DCDDB763}">
      <dgm:prSet phldrT="[Text]" phldr="0" custT="1"/>
      <dgm:spPr/>
      <dgm:t>
        <a:bodyPr/>
        <a:lstStyle/>
        <a:p>
          <a:r>
            <a:rPr lang="en-SG" sz="1500" dirty="0"/>
            <a:t>Others</a:t>
          </a:r>
        </a:p>
      </dgm:t>
    </dgm:pt>
    <dgm:pt modelId="{6B84FC21-D149-448D-81E5-BAA1D14F2E61}" type="parTrans" cxnId="{071C8DB3-C2EA-42B9-A7C8-BA2387B5676F}">
      <dgm:prSet/>
      <dgm:spPr/>
      <dgm:t>
        <a:bodyPr/>
        <a:lstStyle/>
        <a:p>
          <a:endParaRPr lang="en-SG"/>
        </a:p>
      </dgm:t>
    </dgm:pt>
    <dgm:pt modelId="{D4CB2C88-CDA7-48B5-B95E-9705200D175D}" type="sibTrans" cxnId="{071C8DB3-C2EA-42B9-A7C8-BA2387B5676F}">
      <dgm:prSet phldrT="5" phldr="0"/>
      <dgm:spPr>
        <a:solidFill>
          <a:srgbClr val="002060"/>
        </a:solidFill>
      </dgm:spPr>
      <dgm:t>
        <a:bodyPr/>
        <a:lstStyle/>
        <a:p>
          <a:r>
            <a:rPr lang="en-SG"/>
            <a:t>5</a:t>
          </a:r>
        </a:p>
      </dgm:t>
    </dgm:pt>
    <dgm:pt modelId="{823FCF41-6C05-456F-89B3-D5610A2D67AC}" type="pres">
      <dgm:prSet presAssocID="{02CD8878-7040-4204-A2E3-DE99CBBEDDDF}" presName="Name0" presStyleCnt="0">
        <dgm:presLayoutVars>
          <dgm:dir/>
          <dgm:animLvl val="lvl"/>
          <dgm:resizeHandles val="exact"/>
        </dgm:presLayoutVars>
      </dgm:prSet>
      <dgm:spPr/>
    </dgm:pt>
    <dgm:pt modelId="{93DF2E20-6453-4115-B0FA-8D6FC789D622}" type="pres">
      <dgm:prSet presAssocID="{61DA2916-91AB-43A6-B18B-C787495B6734}" presName="compositeNode" presStyleCnt="0">
        <dgm:presLayoutVars>
          <dgm:bulletEnabled val="1"/>
        </dgm:presLayoutVars>
      </dgm:prSet>
      <dgm:spPr/>
    </dgm:pt>
    <dgm:pt modelId="{44CD51BD-1624-4840-81DE-37E6C4E1A841}" type="pres">
      <dgm:prSet presAssocID="{61DA2916-91AB-43A6-B18B-C787495B6734}" presName="bgRect" presStyleLbl="fgAcc1" presStyleIdx="0" presStyleCnt="5" custLinFactNeighborX="-10993" custLinFactNeighborY="1132"/>
      <dgm:spPr/>
    </dgm:pt>
    <dgm:pt modelId="{2E1919AD-D0C0-4945-8EE7-438FFFA7B054}" type="pres">
      <dgm:prSet presAssocID="{177880DC-07BB-437C-BB54-CD22F808E335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EBA192C9-7B4B-433E-8595-79408EE9F90C}" type="pres">
      <dgm:prSet presAssocID="{61DA2916-91AB-43A6-B18B-C787495B6734}" presName="nodeText" presStyleLbl="bgAccFollowNode1" presStyleIdx="0" presStyleCnt="0">
        <dgm:presLayoutVars>
          <dgm:bulletEnabled val="1"/>
        </dgm:presLayoutVars>
      </dgm:prSet>
      <dgm:spPr/>
    </dgm:pt>
    <dgm:pt modelId="{C8197316-C533-4FA8-9354-9558CFB9AD01}" type="pres">
      <dgm:prSet presAssocID="{177880DC-07BB-437C-BB54-CD22F808E335}" presName="sibTrans" presStyleCnt="0"/>
      <dgm:spPr/>
    </dgm:pt>
    <dgm:pt modelId="{AF8D1524-742F-4244-910B-BAC287165F8E}" type="pres">
      <dgm:prSet presAssocID="{9979AAD6-A90F-40B3-AEA2-689E52F1ADA9}" presName="compositeNode" presStyleCnt="0">
        <dgm:presLayoutVars>
          <dgm:bulletEnabled val="1"/>
        </dgm:presLayoutVars>
      </dgm:prSet>
      <dgm:spPr/>
    </dgm:pt>
    <dgm:pt modelId="{6F718AB4-E739-4400-B47A-FBC5D6B785A0}" type="pres">
      <dgm:prSet presAssocID="{9979AAD6-A90F-40B3-AEA2-689E52F1ADA9}" presName="bgRect" presStyleLbl="fgAcc1" presStyleIdx="1" presStyleCnt="5"/>
      <dgm:spPr/>
    </dgm:pt>
    <dgm:pt modelId="{E1DA6176-E1ED-460C-98A5-BFEA9295457D}" type="pres">
      <dgm:prSet presAssocID="{F4C39B3E-626C-4055-BBB6-BA7BBF96426D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1CDC35F2-F356-4B0B-A5F7-3C71A0D21453}" type="pres">
      <dgm:prSet presAssocID="{9979AAD6-A90F-40B3-AEA2-689E52F1ADA9}" presName="nodeText" presStyleLbl="bgAccFollowNode1" presStyleIdx="0" presStyleCnt="0">
        <dgm:presLayoutVars>
          <dgm:bulletEnabled val="1"/>
        </dgm:presLayoutVars>
      </dgm:prSet>
      <dgm:spPr/>
    </dgm:pt>
    <dgm:pt modelId="{95425A6D-4C79-4A3B-A36E-4C7185AC9CB0}" type="pres">
      <dgm:prSet presAssocID="{F4C39B3E-626C-4055-BBB6-BA7BBF96426D}" presName="sibTrans" presStyleCnt="0"/>
      <dgm:spPr/>
    </dgm:pt>
    <dgm:pt modelId="{943F980E-8C34-496F-8086-65BAB068CBD9}" type="pres">
      <dgm:prSet presAssocID="{9AB36912-F121-4A5D-A697-AB2A45095DDA}" presName="compositeNode" presStyleCnt="0">
        <dgm:presLayoutVars>
          <dgm:bulletEnabled val="1"/>
        </dgm:presLayoutVars>
      </dgm:prSet>
      <dgm:spPr/>
    </dgm:pt>
    <dgm:pt modelId="{E121F290-5A7E-463A-BFD3-2514E19BF368}" type="pres">
      <dgm:prSet presAssocID="{9AB36912-F121-4A5D-A697-AB2A45095DDA}" presName="bgRect" presStyleLbl="fgAcc1" presStyleIdx="2" presStyleCnt="5" custLinFactNeighborX="115" custLinFactNeighborY="-122"/>
      <dgm:spPr/>
    </dgm:pt>
    <dgm:pt modelId="{C692E368-092D-4AD7-B0C5-A6D475DA7C85}" type="pres">
      <dgm:prSet presAssocID="{D6477708-A5B0-4105-A21B-76FF92692B1C}" presName="sibTransNodeCircle" presStyleLbl="alignNode1" presStyleIdx="2" presStyleCnt="5" custLinFactNeighborX="-11035" custLinFactNeighborY="-2758">
        <dgm:presLayoutVars>
          <dgm:chMax val="0"/>
          <dgm:bulletEnabled/>
        </dgm:presLayoutVars>
      </dgm:prSet>
      <dgm:spPr/>
    </dgm:pt>
    <dgm:pt modelId="{D48BFBDD-E263-439D-A7DC-15495CF4B993}" type="pres">
      <dgm:prSet presAssocID="{9AB36912-F121-4A5D-A697-AB2A45095DDA}" presName="nodeText" presStyleLbl="bgAccFollowNode1" presStyleIdx="0" presStyleCnt="0">
        <dgm:presLayoutVars>
          <dgm:bulletEnabled val="1"/>
        </dgm:presLayoutVars>
      </dgm:prSet>
      <dgm:spPr/>
    </dgm:pt>
    <dgm:pt modelId="{CA66527B-C095-44B0-8CB9-02E922C8D442}" type="pres">
      <dgm:prSet presAssocID="{D6477708-A5B0-4105-A21B-76FF92692B1C}" presName="sibTrans" presStyleCnt="0"/>
      <dgm:spPr/>
    </dgm:pt>
    <dgm:pt modelId="{FC9C8F4B-ECBB-4732-A0BD-A2E259B911F9}" type="pres">
      <dgm:prSet presAssocID="{915B0545-8F1F-4CFD-B883-D52E172E4DEA}" presName="compositeNode" presStyleCnt="0">
        <dgm:presLayoutVars>
          <dgm:bulletEnabled val="1"/>
        </dgm:presLayoutVars>
      </dgm:prSet>
      <dgm:spPr/>
    </dgm:pt>
    <dgm:pt modelId="{981BD6FE-12DA-4E4A-8275-8B0777494412}" type="pres">
      <dgm:prSet presAssocID="{915B0545-8F1F-4CFD-B883-D52E172E4DEA}" presName="bgRect" presStyleLbl="fgAcc1" presStyleIdx="3" presStyleCnt="5"/>
      <dgm:spPr/>
    </dgm:pt>
    <dgm:pt modelId="{5E1A7FAA-BD73-4EA0-9BFA-5706283FCC33}" type="pres">
      <dgm:prSet presAssocID="{FAC6F5EE-CE47-4FD9-B5B0-08407B2D98BB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A983FB86-679C-411B-A2C5-5548C17E1DCD}" type="pres">
      <dgm:prSet presAssocID="{915B0545-8F1F-4CFD-B883-D52E172E4DEA}" presName="nodeText" presStyleLbl="bgAccFollowNode1" presStyleIdx="0" presStyleCnt="0">
        <dgm:presLayoutVars>
          <dgm:bulletEnabled val="1"/>
        </dgm:presLayoutVars>
      </dgm:prSet>
      <dgm:spPr/>
    </dgm:pt>
    <dgm:pt modelId="{12F79227-17AF-4159-8625-1AE5562B5E13}" type="pres">
      <dgm:prSet presAssocID="{FAC6F5EE-CE47-4FD9-B5B0-08407B2D98BB}" presName="sibTrans" presStyleCnt="0"/>
      <dgm:spPr/>
    </dgm:pt>
    <dgm:pt modelId="{AEE76346-FBFF-4BA8-B01E-0915E6ED5F6E}" type="pres">
      <dgm:prSet presAssocID="{AAA5F8B9-A94F-4F9F-B6AF-9DD8DCDDB763}" presName="compositeNode" presStyleCnt="0">
        <dgm:presLayoutVars>
          <dgm:bulletEnabled val="1"/>
        </dgm:presLayoutVars>
      </dgm:prSet>
      <dgm:spPr/>
    </dgm:pt>
    <dgm:pt modelId="{32F0DCB6-254E-4594-AEB4-0736ADC3DB5F}" type="pres">
      <dgm:prSet presAssocID="{AAA5F8B9-A94F-4F9F-B6AF-9DD8DCDDB763}" presName="bgRect" presStyleLbl="fgAcc1" presStyleIdx="4" presStyleCnt="5"/>
      <dgm:spPr/>
    </dgm:pt>
    <dgm:pt modelId="{E1F5EC3D-80A7-4D00-85FE-380C3B57B08E}" type="pres">
      <dgm:prSet presAssocID="{D4CB2C88-CDA7-48B5-B95E-9705200D175D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AA0BB9F3-A854-4B12-A308-29BEF66D95BE}" type="pres">
      <dgm:prSet presAssocID="{AAA5F8B9-A94F-4F9F-B6AF-9DD8DCDDB763}" presName="nodeText" presStyleLbl="bgAccFollowNode1" presStyleIdx="0" presStyleCnt="0">
        <dgm:presLayoutVars>
          <dgm:bulletEnabled val="1"/>
        </dgm:presLayoutVars>
      </dgm:prSet>
      <dgm:spPr/>
    </dgm:pt>
  </dgm:ptLst>
  <dgm:cxnLst>
    <dgm:cxn modelId="{05689922-8E02-4212-B8BD-22BCE016B10B}" type="presOf" srcId="{AAA5F8B9-A94F-4F9F-B6AF-9DD8DCDDB763}" destId="{AA0BB9F3-A854-4B12-A308-29BEF66D95BE}" srcOrd="1" destOrd="0" presId="urn:microsoft.com/office/officeart/2024/layout/NumberedTitleList#6"/>
    <dgm:cxn modelId="{7FC42223-A6C5-423D-ACCC-C1D9ADC36517}" type="presOf" srcId="{D6477708-A5B0-4105-A21B-76FF92692B1C}" destId="{C692E368-092D-4AD7-B0C5-A6D475DA7C85}" srcOrd="0" destOrd="0" presId="urn:microsoft.com/office/officeart/2024/layout/NumberedTitleList#6"/>
    <dgm:cxn modelId="{D8A6CC3E-6F9D-4D83-8E40-03ED0DF4A678}" type="presOf" srcId="{177880DC-07BB-437C-BB54-CD22F808E335}" destId="{2E1919AD-D0C0-4945-8EE7-438FFFA7B054}" srcOrd="0" destOrd="0" presId="urn:microsoft.com/office/officeart/2024/layout/NumberedTitleList#6"/>
    <dgm:cxn modelId="{1806B741-55AE-4A07-914C-69C34BE183E6}" srcId="{02CD8878-7040-4204-A2E3-DE99CBBEDDDF}" destId="{61DA2916-91AB-43A6-B18B-C787495B6734}" srcOrd="0" destOrd="0" parTransId="{C03D848A-F20F-4E1C-934C-43328C70FB55}" sibTransId="{177880DC-07BB-437C-BB54-CD22F808E335}"/>
    <dgm:cxn modelId="{103D6C43-23BE-4548-A7B3-69E52DDEB7CB}" type="presOf" srcId="{915B0545-8F1F-4CFD-B883-D52E172E4DEA}" destId="{A983FB86-679C-411B-A2C5-5548C17E1DCD}" srcOrd="1" destOrd="0" presId="urn:microsoft.com/office/officeart/2024/layout/NumberedTitleList#6"/>
    <dgm:cxn modelId="{93FA856B-22EF-47C3-B7EC-176E31EAF9C7}" type="presOf" srcId="{915B0545-8F1F-4CFD-B883-D52E172E4DEA}" destId="{981BD6FE-12DA-4E4A-8275-8B0777494412}" srcOrd="0" destOrd="0" presId="urn:microsoft.com/office/officeart/2024/layout/NumberedTitleList#6"/>
    <dgm:cxn modelId="{34963270-BCE1-409F-96B2-EF99E04B733F}" srcId="{02CD8878-7040-4204-A2E3-DE99CBBEDDDF}" destId="{9979AAD6-A90F-40B3-AEA2-689E52F1ADA9}" srcOrd="1" destOrd="0" parTransId="{B3EF0648-F984-4479-99C7-D47330B8E82E}" sibTransId="{F4C39B3E-626C-4055-BBB6-BA7BBF96426D}"/>
    <dgm:cxn modelId="{A12D3A71-ED08-4B62-A684-9A82A0868B47}" type="presOf" srcId="{61DA2916-91AB-43A6-B18B-C787495B6734}" destId="{EBA192C9-7B4B-433E-8595-79408EE9F90C}" srcOrd="1" destOrd="0" presId="urn:microsoft.com/office/officeart/2024/layout/NumberedTitleList#6"/>
    <dgm:cxn modelId="{40CE0E57-F92C-4064-9F2C-763365920656}" srcId="{02CD8878-7040-4204-A2E3-DE99CBBEDDDF}" destId="{915B0545-8F1F-4CFD-B883-D52E172E4DEA}" srcOrd="3" destOrd="0" parTransId="{93111E27-9F81-430C-BC16-3A23C0B6B392}" sibTransId="{FAC6F5EE-CE47-4FD9-B5B0-08407B2D98BB}"/>
    <dgm:cxn modelId="{2F968578-936E-4C5C-A9C9-2927D6DB06B4}" type="presOf" srcId="{FAC6F5EE-CE47-4FD9-B5B0-08407B2D98BB}" destId="{5E1A7FAA-BD73-4EA0-9BFA-5706283FCC33}" srcOrd="0" destOrd="0" presId="urn:microsoft.com/office/officeart/2024/layout/NumberedTitleList#6"/>
    <dgm:cxn modelId="{67B37B7D-8EBE-4F8E-BAA3-F404D74549A9}" type="presOf" srcId="{9AB36912-F121-4A5D-A697-AB2A45095DDA}" destId="{D48BFBDD-E263-439D-A7DC-15495CF4B993}" srcOrd="1" destOrd="0" presId="urn:microsoft.com/office/officeart/2024/layout/NumberedTitleList#6"/>
    <dgm:cxn modelId="{AA17E88F-A64C-4AC5-B547-5A764BC740DC}" type="presOf" srcId="{AAA5F8B9-A94F-4F9F-B6AF-9DD8DCDDB763}" destId="{32F0DCB6-254E-4594-AEB4-0736ADC3DB5F}" srcOrd="0" destOrd="0" presId="urn:microsoft.com/office/officeart/2024/layout/NumberedTitleList#6"/>
    <dgm:cxn modelId="{268A089A-AAF1-446B-833F-74E8B27AB349}" type="presOf" srcId="{02CD8878-7040-4204-A2E3-DE99CBBEDDDF}" destId="{823FCF41-6C05-456F-89B3-D5610A2D67AC}" srcOrd="0" destOrd="0" presId="urn:microsoft.com/office/officeart/2024/layout/NumberedTitleList#6"/>
    <dgm:cxn modelId="{93A6E69E-F90E-4FD0-8837-E37E68588DC5}" type="presOf" srcId="{F4C39B3E-626C-4055-BBB6-BA7BBF96426D}" destId="{E1DA6176-E1ED-460C-98A5-BFEA9295457D}" srcOrd="0" destOrd="0" presId="urn:microsoft.com/office/officeart/2024/layout/NumberedTitleList#6"/>
    <dgm:cxn modelId="{97DE24A1-E487-4471-B6E5-C04EC76E0B89}" type="presOf" srcId="{9979AAD6-A90F-40B3-AEA2-689E52F1ADA9}" destId="{6F718AB4-E739-4400-B47A-FBC5D6B785A0}" srcOrd="0" destOrd="0" presId="urn:microsoft.com/office/officeart/2024/layout/NumberedTitleList#6"/>
    <dgm:cxn modelId="{071C8DB3-C2EA-42B9-A7C8-BA2387B5676F}" srcId="{02CD8878-7040-4204-A2E3-DE99CBBEDDDF}" destId="{AAA5F8B9-A94F-4F9F-B6AF-9DD8DCDDB763}" srcOrd="4" destOrd="0" parTransId="{6B84FC21-D149-448D-81E5-BAA1D14F2E61}" sibTransId="{D4CB2C88-CDA7-48B5-B95E-9705200D175D}"/>
    <dgm:cxn modelId="{726C66D1-E223-4795-95F3-0281E54A8C03}" srcId="{02CD8878-7040-4204-A2E3-DE99CBBEDDDF}" destId="{9AB36912-F121-4A5D-A697-AB2A45095DDA}" srcOrd="2" destOrd="0" parTransId="{43C1ED92-0426-4E42-BED2-DF629F7AF329}" sibTransId="{D6477708-A5B0-4105-A21B-76FF92692B1C}"/>
    <dgm:cxn modelId="{BCBBE0D2-6D9A-42D3-BDA0-458D0D4F4DBA}" type="presOf" srcId="{9979AAD6-A90F-40B3-AEA2-689E52F1ADA9}" destId="{1CDC35F2-F356-4B0B-A5F7-3C71A0D21453}" srcOrd="1" destOrd="0" presId="urn:microsoft.com/office/officeart/2024/layout/NumberedTitleList#6"/>
    <dgm:cxn modelId="{85F056DE-B706-4234-AA8B-C88998E02148}" type="presOf" srcId="{61DA2916-91AB-43A6-B18B-C787495B6734}" destId="{44CD51BD-1624-4840-81DE-37E6C4E1A841}" srcOrd="0" destOrd="0" presId="urn:microsoft.com/office/officeart/2024/layout/NumberedTitleList#6"/>
    <dgm:cxn modelId="{C86E03E9-FAB8-4C0A-BDBB-8C41A962FB9B}" type="presOf" srcId="{D4CB2C88-CDA7-48B5-B95E-9705200D175D}" destId="{E1F5EC3D-80A7-4D00-85FE-380C3B57B08E}" srcOrd="0" destOrd="0" presId="urn:microsoft.com/office/officeart/2024/layout/NumberedTitleList#6"/>
    <dgm:cxn modelId="{F1F87BED-334C-4198-9AB3-72CD54299AED}" type="presOf" srcId="{9AB36912-F121-4A5D-A697-AB2A45095DDA}" destId="{E121F290-5A7E-463A-BFD3-2514E19BF368}" srcOrd="0" destOrd="0" presId="urn:microsoft.com/office/officeart/2024/layout/NumberedTitleList#6"/>
    <dgm:cxn modelId="{250F10E3-CE41-49B5-BC99-CC52A4206B7A}" type="presParOf" srcId="{823FCF41-6C05-456F-89B3-D5610A2D67AC}" destId="{93DF2E20-6453-4115-B0FA-8D6FC789D622}" srcOrd="0" destOrd="0" presId="urn:microsoft.com/office/officeart/2024/layout/NumberedTitleList#6"/>
    <dgm:cxn modelId="{872ADAC6-8E93-49FA-921C-6C5DB2218027}" type="presParOf" srcId="{93DF2E20-6453-4115-B0FA-8D6FC789D622}" destId="{44CD51BD-1624-4840-81DE-37E6C4E1A841}" srcOrd="0" destOrd="0" presId="urn:microsoft.com/office/officeart/2024/layout/NumberedTitleList#6"/>
    <dgm:cxn modelId="{2F1F3034-A05F-43BC-9699-72DADDF89D7F}" type="presParOf" srcId="{93DF2E20-6453-4115-B0FA-8D6FC789D622}" destId="{2E1919AD-D0C0-4945-8EE7-438FFFA7B054}" srcOrd="1" destOrd="0" presId="urn:microsoft.com/office/officeart/2024/layout/NumberedTitleList#6"/>
    <dgm:cxn modelId="{C6865994-9CF9-40A2-9930-C302C538EFDE}" type="presParOf" srcId="{93DF2E20-6453-4115-B0FA-8D6FC789D622}" destId="{EBA192C9-7B4B-433E-8595-79408EE9F90C}" srcOrd="2" destOrd="0" presId="urn:microsoft.com/office/officeart/2024/layout/NumberedTitleList#6"/>
    <dgm:cxn modelId="{9659D914-37A5-4562-9989-B2E33FCCF500}" type="presParOf" srcId="{823FCF41-6C05-456F-89B3-D5610A2D67AC}" destId="{C8197316-C533-4FA8-9354-9558CFB9AD01}" srcOrd="1" destOrd="0" presId="urn:microsoft.com/office/officeart/2024/layout/NumberedTitleList#6"/>
    <dgm:cxn modelId="{B884ACCD-A8CA-499C-A384-7807F5FF91BA}" type="presParOf" srcId="{823FCF41-6C05-456F-89B3-D5610A2D67AC}" destId="{AF8D1524-742F-4244-910B-BAC287165F8E}" srcOrd="2" destOrd="0" presId="urn:microsoft.com/office/officeart/2024/layout/NumberedTitleList#6"/>
    <dgm:cxn modelId="{EFAD8D0B-3997-493A-A111-4B0BADFB744E}" type="presParOf" srcId="{AF8D1524-742F-4244-910B-BAC287165F8E}" destId="{6F718AB4-E739-4400-B47A-FBC5D6B785A0}" srcOrd="0" destOrd="0" presId="urn:microsoft.com/office/officeart/2024/layout/NumberedTitleList#6"/>
    <dgm:cxn modelId="{BFEB57D0-A9EF-4319-BDA1-D2600BFAD8B1}" type="presParOf" srcId="{AF8D1524-742F-4244-910B-BAC287165F8E}" destId="{E1DA6176-E1ED-460C-98A5-BFEA9295457D}" srcOrd="1" destOrd="0" presId="urn:microsoft.com/office/officeart/2024/layout/NumberedTitleList#6"/>
    <dgm:cxn modelId="{110426A1-5297-4BB6-B3B6-26006038F024}" type="presParOf" srcId="{AF8D1524-742F-4244-910B-BAC287165F8E}" destId="{1CDC35F2-F356-4B0B-A5F7-3C71A0D21453}" srcOrd="2" destOrd="0" presId="urn:microsoft.com/office/officeart/2024/layout/NumberedTitleList#6"/>
    <dgm:cxn modelId="{3A52F479-5A33-4D30-9695-AEC40F1DD001}" type="presParOf" srcId="{823FCF41-6C05-456F-89B3-D5610A2D67AC}" destId="{95425A6D-4C79-4A3B-A36E-4C7185AC9CB0}" srcOrd="3" destOrd="0" presId="urn:microsoft.com/office/officeart/2024/layout/NumberedTitleList#6"/>
    <dgm:cxn modelId="{305C62A2-F73A-4652-A7E5-66E1D5742823}" type="presParOf" srcId="{823FCF41-6C05-456F-89B3-D5610A2D67AC}" destId="{943F980E-8C34-496F-8086-65BAB068CBD9}" srcOrd="4" destOrd="0" presId="urn:microsoft.com/office/officeart/2024/layout/NumberedTitleList#6"/>
    <dgm:cxn modelId="{22BD6E1A-BFC0-4ADC-86F6-28BDB70180EE}" type="presParOf" srcId="{943F980E-8C34-496F-8086-65BAB068CBD9}" destId="{E121F290-5A7E-463A-BFD3-2514E19BF368}" srcOrd="0" destOrd="0" presId="urn:microsoft.com/office/officeart/2024/layout/NumberedTitleList#6"/>
    <dgm:cxn modelId="{64DAEA86-0069-4FFE-84EA-1E93E63704AB}" type="presParOf" srcId="{943F980E-8C34-496F-8086-65BAB068CBD9}" destId="{C692E368-092D-4AD7-B0C5-A6D475DA7C85}" srcOrd="1" destOrd="0" presId="urn:microsoft.com/office/officeart/2024/layout/NumberedTitleList#6"/>
    <dgm:cxn modelId="{1B1EEEC8-8D27-44FF-A884-529200D9689E}" type="presParOf" srcId="{943F980E-8C34-496F-8086-65BAB068CBD9}" destId="{D48BFBDD-E263-439D-A7DC-15495CF4B993}" srcOrd="2" destOrd="0" presId="urn:microsoft.com/office/officeart/2024/layout/NumberedTitleList#6"/>
    <dgm:cxn modelId="{CC1C13ED-B6E8-4FAC-B389-67ED416CC332}" type="presParOf" srcId="{823FCF41-6C05-456F-89B3-D5610A2D67AC}" destId="{CA66527B-C095-44B0-8CB9-02E922C8D442}" srcOrd="5" destOrd="0" presId="urn:microsoft.com/office/officeart/2024/layout/NumberedTitleList#6"/>
    <dgm:cxn modelId="{A78E14EC-6C09-4C67-A032-E7BC2A8FE931}" type="presParOf" srcId="{823FCF41-6C05-456F-89B3-D5610A2D67AC}" destId="{FC9C8F4B-ECBB-4732-A0BD-A2E259B911F9}" srcOrd="6" destOrd="0" presId="urn:microsoft.com/office/officeart/2024/layout/NumberedTitleList#6"/>
    <dgm:cxn modelId="{84AEC027-E7DF-4DA8-80D7-9C337B35FC5B}" type="presParOf" srcId="{FC9C8F4B-ECBB-4732-A0BD-A2E259B911F9}" destId="{981BD6FE-12DA-4E4A-8275-8B0777494412}" srcOrd="0" destOrd="0" presId="urn:microsoft.com/office/officeart/2024/layout/NumberedTitleList#6"/>
    <dgm:cxn modelId="{7B82E9EA-9767-4442-8FD6-E29472E2FDA8}" type="presParOf" srcId="{FC9C8F4B-ECBB-4732-A0BD-A2E259B911F9}" destId="{5E1A7FAA-BD73-4EA0-9BFA-5706283FCC33}" srcOrd="1" destOrd="0" presId="urn:microsoft.com/office/officeart/2024/layout/NumberedTitleList#6"/>
    <dgm:cxn modelId="{A0F66E1D-F857-4B89-87C9-F663A7F11AC6}" type="presParOf" srcId="{FC9C8F4B-ECBB-4732-A0BD-A2E259B911F9}" destId="{A983FB86-679C-411B-A2C5-5548C17E1DCD}" srcOrd="2" destOrd="0" presId="urn:microsoft.com/office/officeart/2024/layout/NumberedTitleList#6"/>
    <dgm:cxn modelId="{7E9D2F77-4E67-4161-8FBD-F4FECCFEDA52}" type="presParOf" srcId="{823FCF41-6C05-456F-89B3-D5610A2D67AC}" destId="{12F79227-17AF-4159-8625-1AE5562B5E13}" srcOrd="7" destOrd="0" presId="urn:microsoft.com/office/officeart/2024/layout/NumberedTitleList#6"/>
    <dgm:cxn modelId="{188338EA-C824-414D-BF27-E1AE1FCA2824}" type="presParOf" srcId="{823FCF41-6C05-456F-89B3-D5610A2D67AC}" destId="{AEE76346-FBFF-4BA8-B01E-0915E6ED5F6E}" srcOrd="8" destOrd="0" presId="urn:microsoft.com/office/officeart/2024/layout/NumberedTitleList#6"/>
    <dgm:cxn modelId="{E878F7CE-2462-437E-93CA-F56F56018DF5}" type="presParOf" srcId="{AEE76346-FBFF-4BA8-B01E-0915E6ED5F6E}" destId="{32F0DCB6-254E-4594-AEB4-0736ADC3DB5F}" srcOrd="0" destOrd="0" presId="urn:microsoft.com/office/officeart/2024/layout/NumberedTitleList#6"/>
    <dgm:cxn modelId="{BCEE9CBB-7A5D-44F4-89ED-35D3928EB192}" type="presParOf" srcId="{AEE76346-FBFF-4BA8-B01E-0915E6ED5F6E}" destId="{E1F5EC3D-80A7-4D00-85FE-380C3B57B08E}" srcOrd="1" destOrd="0" presId="urn:microsoft.com/office/officeart/2024/layout/NumberedTitleList#6"/>
    <dgm:cxn modelId="{61F4B413-C4D7-4A4A-871E-8D60E0EF4F93}" type="presParOf" srcId="{AEE76346-FBFF-4BA8-B01E-0915E6ED5F6E}" destId="{AA0BB9F3-A854-4B12-A308-29BEF66D95BE}" srcOrd="2" destOrd="0" presId="urn:microsoft.com/office/officeart/2024/layout/NumberedTitleList#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4A9D494-9373-4CA0-9680-3CF236E523CE}" type="doc">
      <dgm:prSet loTypeId="urn:microsoft.com/office/officeart/2005/8/layout/cycle6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DB4E40AB-33DB-403C-A4C6-799C4605C99E}">
      <dgm:prSet phldrT="[Text]" phldr="0"/>
      <dgm:spPr>
        <a:solidFill>
          <a:srgbClr val="002060"/>
        </a:solidFill>
      </dgm:spPr>
      <dgm:t>
        <a:bodyPr/>
        <a:lstStyle/>
        <a:p>
          <a:r>
            <a:rPr lang="en-SG" dirty="0"/>
            <a:t>Functional Testing</a:t>
          </a:r>
        </a:p>
      </dgm:t>
    </dgm:pt>
    <dgm:pt modelId="{9C784BE8-A78C-4A0A-9176-FE856B68B25D}" type="parTrans" cxnId="{B6AD7C76-3887-4FDE-B97F-21CA0CDAB5B1}">
      <dgm:prSet/>
      <dgm:spPr/>
      <dgm:t>
        <a:bodyPr/>
        <a:lstStyle/>
        <a:p>
          <a:endParaRPr lang="en-SG"/>
        </a:p>
      </dgm:t>
    </dgm:pt>
    <dgm:pt modelId="{A9FE923A-B28E-44A6-90F2-AD9E6A7B4B96}" type="sibTrans" cxnId="{B6AD7C76-3887-4FDE-B97F-21CA0CDAB5B1}">
      <dgm:prSet/>
      <dgm:spPr/>
      <dgm:t>
        <a:bodyPr/>
        <a:lstStyle/>
        <a:p>
          <a:endParaRPr lang="en-SG"/>
        </a:p>
      </dgm:t>
    </dgm:pt>
    <dgm:pt modelId="{E792ED29-0875-4482-A612-BA1C5CBF66C9}" type="pres">
      <dgm:prSet presAssocID="{24A9D494-9373-4CA0-9680-3CF236E523CE}" presName="cycle" presStyleCnt="0">
        <dgm:presLayoutVars>
          <dgm:dir/>
          <dgm:resizeHandles val="exact"/>
        </dgm:presLayoutVars>
      </dgm:prSet>
      <dgm:spPr/>
    </dgm:pt>
    <dgm:pt modelId="{99F5D93A-2D92-4FF0-B26D-29981B07515B}" type="pres">
      <dgm:prSet presAssocID="{DB4E40AB-33DB-403C-A4C6-799C4605C99E}" presName="node" presStyleLbl="node1" presStyleIdx="0" presStyleCnt="1" custRadScaleRad="91683" custRadScaleInc="-1">
        <dgm:presLayoutVars>
          <dgm:bulletEnabled val="1"/>
        </dgm:presLayoutVars>
      </dgm:prSet>
      <dgm:spPr/>
    </dgm:pt>
  </dgm:ptLst>
  <dgm:cxnLst>
    <dgm:cxn modelId="{763E0B41-EE9C-4A03-A906-D96D77DEE7EA}" type="presOf" srcId="{24A9D494-9373-4CA0-9680-3CF236E523CE}" destId="{E792ED29-0875-4482-A612-BA1C5CBF66C9}" srcOrd="0" destOrd="0" presId="urn:microsoft.com/office/officeart/2005/8/layout/cycle6"/>
    <dgm:cxn modelId="{B6AD7C76-3887-4FDE-B97F-21CA0CDAB5B1}" srcId="{24A9D494-9373-4CA0-9680-3CF236E523CE}" destId="{DB4E40AB-33DB-403C-A4C6-799C4605C99E}" srcOrd="0" destOrd="0" parTransId="{9C784BE8-A78C-4A0A-9176-FE856B68B25D}" sibTransId="{A9FE923A-B28E-44A6-90F2-AD9E6A7B4B96}"/>
    <dgm:cxn modelId="{8F4FBBB4-C7BD-44DB-BEBA-3009571823AA}" type="presOf" srcId="{DB4E40AB-33DB-403C-A4C6-799C4605C99E}" destId="{99F5D93A-2D92-4FF0-B26D-29981B07515B}" srcOrd="0" destOrd="0" presId="urn:microsoft.com/office/officeart/2005/8/layout/cycle6"/>
    <dgm:cxn modelId="{5C2CC1B7-DBD9-4E15-8105-A8F1B6868699}" type="presParOf" srcId="{E792ED29-0875-4482-A612-BA1C5CBF66C9}" destId="{99F5D93A-2D92-4FF0-B26D-29981B07515B}" srcOrd="0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4A9D494-9373-4CA0-9680-3CF236E523CE}" type="doc">
      <dgm:prSet loTypeId="urn:microsoft.com/office/officeart/2005/8/layout/cycle6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DB4E40AB-33DB-403C-A4C6-799C4605C99E}">
      <dgm:prSet phldrT="[Text]" phldr="0"/>
      <dgm:spPr/>
      <dgm:t>
        <a:bodyPr/>
        <a:lstStyle/>
        <a:p>
          <a:r>
            <a:rPr lang="en-SG" dirty="0"/>
            <a:t>Functional Testing</a:t>
          </a:r>
        </a:p>
      </dgm:t>
    </dgm:pt>
    <dgm:pt modelId="{9C784BE8-A78C-4A0A-9176-FE856B68B25D}" type="parTrans" cxnId="{B6AD7C76-3887-4FDE-B97F-21CA0CDAB5B1}">
      <dgm:prSet/>
      <dgm:spPr/>
      <dgm:t>
        <a:bodyPr/>
        <a:lstStyle/>
        <a:p>
          <a:endParaRPr lang="en-SG"/>
        </a:p>
      </dgm:t>
    </dgm:pt>
    <dgm:pt modelId="{A9FE923A-B28E-44A6-90F2-AD9E6A7B4B96}" type="sibTrans" cxnId="{B6AD7C76-3887-4FDE-B97F-21CA0CDAB5B1}">
      <dgm:prSet/>
      <dgm:spPr/>
      <dgm:t>
        <a:bodyPr/>
        <a:lstStyle/>
        <a:p>
          <a:endParaRPr lang="en-SG"/>
        </a:p>
      </dgm:t>
    </dgm:pt>
    <dgm:pt modelId="{52082833-F436-44A9-A50F-BE23EF93A089}">
      <dgm:prSet phldrT="[Text]" phldr="0"/>
      <dgm:spPr>
        <a:solidFill>
          <a:srgbClr val="002060"/>
        </a:solidFill>
      </dgm:spPr>
      <dgm:t>
        <a:bodyPr/>
        <a:lstStyle/>
        <a:p>
          <a:r>
            <a:rPr lang="en-SG" dirty="0"/>
            <a:t>U/I Testing</a:t>
          </a:r>
        </a:p>
      </dgm:t>
    </dgm:pt>
    <dgm:pt modelId="{2852C501-2A6D-47BF-A5AC-3E63C4A33E06}" type="parTrans" cxnId="{F2A9CA8B-11C0-4937-A6BB-7E2E2905A09A}">
      <dgm:prSet/>
      <dgm:spPr/>
      <dgm:t>
        <a:bodyPr/>
        <a:lstStyle/>
        <a:p>
          <a:endParaRPr lang="en-SG"/>
        </a:p>
      </dgm:t>
    </dgm:pt>
    <dgm:pt modelId="{508D68BB-3A47-40E8-B7DD-05AABA582139}" type="sibTrans" cxnId="{F2A9CA8B-11C0-4937-A6BB-7E2E2905A09A}">
      <dgm:prSet/>
      <dgm:spPr/>
      <dgm:t>
        <a:bodyPr/>
        <a:lstStyle/>
        <a:p>
          <a:endParaRPr lang="en-SG"/>
        </a:p>
      </dgm:t>
    </dgm:pt>
    <dgm:pt modelId="{E792ED29-0875-4482-A612-BA1C5CBF66C9}" type="pres">
      <dgm:prSet presAssocID="{24A9D494-9373-4CA0-9680-3CF236E523CE}" presName="cycle" presStyleCnt="0">
        <dgm:presLayoutVars>
          <dgm:dir/>
          <dgm:resizeHandles val="exact"/>
        </dgm:presLayoutVars>
      </dgm:prSet>
      <dgm:spPr/>
    </dgm:pt>
    <dgm:pt modelId="{99F5D93A-2D92-4FF0-B26D-29981B07515B}" type="pres">
      <dgm:prSet presAssocID="{DB4E40AB-33DB-403C-A4C6-799C4605C99E}" presName="node" presStyleLbl="node1" presStyleIdx="0" presStyleCnt="2">
        <dgm:presLayoutVars>
          <dgm:bulletEnabled val="1"/>
        </dgm:presLayoutVars>
      </dgm:prSet>
      <dgm:spPr/>
    </dgm:pt>
    <dgm:pt modelId="{7E5C9AC5-1DA8-4C6F-9EE4-D09E33400D50}" type="pres">
      <dgm:prSet presAssocID="{DB4E40AB-33DB-403C-A4C6-799C4605C99E}" presName="spNode" presStyleCnt="0"/>
      <dgm:spPr/>
    </dgm:pt>
    <dgm:pt modelId="{D66446EA-2AF2-48D8-A804-D00D22B35B1A}" type="pres">
      <dgm:prSet presAssocID="{A9FE923A-B28E-44A6-90F2-AD9E6A7B4B96}" presName="sibTrans" presStyleLbl="sibTrans1D1" presStyleIdx="0" presStyleCnt="2"/>
      <dgm:spPr/>
    </dgm:pt>
    <dgm:pt modelId="{879012AC-B6C2-41AF-A033-F8D501C920F0}" type="pres">
      <dgm:prSet presAssocID="{52082833-F436-44A9-A50F-BE23EF93A089}" presName="node" presStyleLbl="node1" presStyleIdx="1" presStyleCnt="2">
        <dgm:presLayoutVars>
          <dgm:bulletEnabled val="1"/>
        </dgm:presLayoutVars>
      </dgm:prSet>
      <dgm:spPr/>
    </dgm:pt>
    <dgm:pt modelId="{61B59477-0E0C-4D6E-B4AE-6BB6F51310AD}" type="pres">
      <dgm:prSet presAssocID="{52082833-F436-44A9-A50F-BE23EF93A089}" presName="spNode" presStyleCnt="0"/>
      <dgm:spPr/>
    </dgm:pt>
    <dgm:pt modelId="{3CD2713E-CF2B-4AC6-8E8B-9B37831214E2}" type="pres">
      <dgm:prSet presAssocID="{508D68BB-3A47-40E8-B7DD-05AABA582139}" presName="sibTrans" presStyleLbl="sibTrans1D1" presStyleIdx="1" presStyleCnt="2"/>
      <dgm:spPr/>
    </dgm:pt>
  </dgm:ptLst>
  <dgm:cxnLst>
    <dgm:cxn modelId="{235FAE0A-B9E9-44D0-80C9-8847CB6B9D09}" type="presOf" srcId="{A9FE923A-B28E-44A6-90F2-AD9E6A7B4B96}" destId="{D66446EA-2AF2-48D8-A804-D00D22B35B1A}" srcOrd="0" destOrd="0" presId="urn:microsoft.com/office/officeart/2005/8/layout/cycle6"/>
    <dgm:cxn modelId="{763E0B41-EE9C-4A03-A906-D96D77DEE7EA}" type="presOf" srcId="{24A9D494-9373-4CA0-9680-3CF236E523CE}" destId="{E792ED29-0875-4482-A612-BA1C5CBF66C9}" srcOrd="0" destOrd="0" presId="urn:microsoft.com/office/officeart/2005/8/layout/cycle6"/>
    <dgm:cxn modelId="{594FB354-65EB-4F44-866D-7E12B8E4DDC8}" type="presOf" srcId="{52082833-F436-44A9-A50F-BE23EF93A089}" destId="{879012AC-B6C2-41AF-A033-F8D501C920F0}" srcOrd="0" destOrd="0" presId="urn:microsoft.com/office/officeart/2005/8/layout/cycle6"/>
    <dgm:cxn modelId="{B6AD7C76-3887-4FDE-B97F-21CA0CDAB5B1}" srcId="{24A9D494-9373-4CA0-9680-3CF236E523CE}" destId="{DB4E40AB-33DB-403C-A4C6-799C4605C99E}" srcOrd="0" destOrd="0" parTransId="{9C784BE8-A78C-4A0A-9176-FE856B68B25D}" sibTransId="{A9FE923A-B28E-44A6-90F2-AD9E6A7B4B96}"/>
    <dgm:cxn modelId="{8374F058-1025-4B7C-96CB-17B57B14776B}" type="presOf" srcId="{508D68BB-3A47-40E8-B7DD-05AABA582139}" destId="{3CD2713E-CF2B-4AC6-8E8B-9B37831214E2}" srcOrd="0" destOrd="0" presId="urn:microsoft.com/office/officeart/2005/8/layout/cycle6"/>
    <dgm:cxn modelId="{F2A9CA8B-11C0-4937-A6BB-7E2E2905A09A}" srcId="{24A9D494-9373-4CA0-9680-3CF236E523CE}" destId="{52082833-F436-44A9-A50F-BE23EF93A089}" srcOrd="1" destOrd="0" parTransId="{2852C501-2A6D-47BF-A5AC-3E63C4A33E06}" sibTransId="{508D68BB-3A47-40E8-B7DD-05AABA582139}"/>
    <dgm:cxn modelId="{8F4FBBB4-C7BD-44DB-BEBA-3009571823AA}" type="presOf" srcId="{DB4E40AB-33DB-403C-A4C6-799C4605C99E}" destId="{99F5D93A-2D92-4FF0-B26D-29981B07515B}" srcOrd="0" destOrd="0" presId="urn:microsoft.com/office/officeart/2005/8/layout/cycle6"/>
    <dgm:cxn modelId="{5C2CC1B7-DBD9-4E15-8105-A8F1B6868699}" type="presParOf" srcId="{E792ED29-0875-4482-A612-BA1C5CBF66C9}" destId="{99F5D93A-2D92-4FF0-B26D-29981B07515B}" srcOrd="0" destOrd="0" presId="urn:microsoft.com/office/officeart/2005/8/layout/cycle6"/>
    <dgm:cxn modelId="{0D27DB26-E66B-4D30-8F44-927066F439F2}" type="presParOf" srcId="{E792ED29-0875-4482-A612-BA1C5CBF66C9}" destId="{7E5C9AC5-1DA8-4C6F-9EE4-D09E33400D50}" srcOrd="1" destOrd="0" presId="urn:microsoft.com/office/officeart/2005/8/layout/cycle6"/>
    <dgm:cxn modelId="{A77F8E5F-80D3-4B91-A24D-6BE7EFEA0A0E}" type="presParOf" srcId="{E792ED29-0875-4482-A612-BA1C5CBF66C9}" destId="{D66446EA-2AF2-48D8-A804-D00D22B35B1A}" srcOrd="2" destOrd="0" presId="urn:microsoft.com/office/officeart/2005/8/layout/cycle6"/>
    <dgm:cxn modelId="{855EF5CF-DB05-483B-A47D-C6B4D0009D0E}" type="presParOf" srcId="{E792ED29-0875-4482-A612-BA1C5CBF66C9}" destId="{879012AC-B6C2-41AF-A033-F8D501C920F0}" srcOrd="3" destOrd="0" presId="urn:microsoft.com/office/officeart/2005/8/layout/cycle6"/>
    <dgm:cxn modelId="{8A2DBB6D-D001-40D7-95BD-E1DE2B036461}" type="presParOf" srcId="{E792ED29-0875-4482-A612-BA1C5CBF66C9}" destId="{61B59477-0E0C-4D6E-B4AE-6BB6F51310AD}" srcOrd="4" destOrd="0" presId="urn:microsoft.com/office/officeart/2005/8/layout/cycle6"/>
    <dgm:cxn modelId="{B30BC49C-6D1A-495D-BEF4-89011B01F0D6}" type="presParOf" srcId="{E792ED29-0875-4482-A612-BA1C5CBF66C9}" destId="{3CD2713E-CF2B-4AC6-8E8B-9B37831214E2}" srcOrd="5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24A9D494-9373-4CA0-9680-3CF236E523CE}" type="doc">
      <dgm:prSet loTypeId="urn:microsoft.com/office/officeart/2005/8/layout/cycle6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DB4E40AB-33DB-403C-A4C6-799C4605C99E}">
      <dgm:prSet phldrT="[Text]" phldr="0"/>
      <dgm:spPr/>
      <dgm:t>
        <a:bodyPr/>
        <a:lstStyle/>
        <a:p>
          <a:r>
            <a:rPr lang="en-SG" dirty="0"/>
            <a:t>Functional Testing</a:t>
          </a:r>
        </a:p>
      </dgm:t>
    </dgm:pt>
    <dgm:pt modelId="{9C784BE8-A78C-4A0A-9176-FE856B68B25D}" type="parTrans" cxnId="{B6AD7C76-3887-4FDE-B97F-21CA0CDAB5B1}">
      <dgm:prSet/>
      <dgm:spPr/>
      <dgm:t>
        <a:bodyPr/>
        <a:lstStyle/>
        <a:p>
          <a:endParaRPr lang="en-SG"/>
        </a:p>
      </dgm:t>
    </dgm:pt>
    <dgm:pt modelId="{A9FE923A-B28E-44A6-90F2-AD9E6A7B4B96}" type="sibTrans" cxnId="{B6AD7C76-3887-4FDE-B97F-21CA0CDAB5B1}">
      <dgm:prSet/>
      <dgm:spPr/>
      <dgm:t>
        <a:bodyPr/>
        <a:lstStyle/>
        <a:p>
          <a:endParaRPr lang="en-SG"/>
        </a:p>
      </dgm:t>
    </dgm:pt>
    <dgm:pt modelId="{52082833-F436-44A9-A50F-BE23EF93A089}">
      <dgm:prSet phldrT="[Text]" phldr="0"/>
      <dgm:spPr/>
      <dgm:t>
        <a:bodyPr/>
        <a:lstStyle/>
        <a:p>
          <a:r>
            <a:rPr lang="en-SG" dirty="0"/>
            <a:t>U/I Testing</a:t>
          </a:r>
        </a:p>
      </dgm:t>
    </dgm:pt>
    <dgm:pt modelId="{2852C501-2A6D-47BF-A5AC-3E63C4A33E06}" type="parTrans" cxnId="{F2A9CA8B-11C0-4937-A6BB-7E2E2905A09A}">
      <dgm:prSet/>
      <dgm:spPr/>
      <dgm:t>
        <a:bodyPr/>
        <a:lstStyle/>
        <a:p>
          <a:endParaRPr lang="en-SG"/>
        </a:p>
      </dgm:t>
    </dgm:pt>
    <dgm:pt modelId="{508D68BB-3A47-40E8-B7DD-05AABA582139}" type="sibTrans" cxnId="{F2A9CA8B-11C0-4937-A6BB-7E2E2905A09A}">
      <dgm:prSet/>
      <dgm:spPr/>
      <dgm:t>
        <a:bodyPr/>
        <a:lstStyle/>
        <a:p>
          <a:endParaRPr lang="en-SG"/>
        </a:p>
      </dgm:t>
    </dgm:pt>
    <dgm:pt modelId="{C9E39C25-ECB6-4A58-A279-DBFA4B7D0513}">
      <dgm:prSet phldrT="[Text]" phldr="0"/>
      <dgm:spPr>
        <a:solidFill>
          <a:srgbClr val="002060"/>
        </a:solidFill>
      </dgm:spPr>
      <dgm:t>
        <a:bodyPr/>
        <a:lstStyle/>
        <a:p>
          <a:r>
            <a:rPr lang="en-SG" dirty="0"/>
            <a:t>Validation Testing</a:t>
          </a:r>
        </a:p>
      </dgm:t>
    </dgm:pt>
    <dgm:pt modelId="{EE228080-1ED7-460C-A983-5061C61730F6}" type="parTrans" cxnId="{26CA7D03-A376-4A40-B860-13E9F9DADDD5}">
      <dgm:prSet/>
      <dgm:spPr/>
      <dgm:t>
        <a:bodyPr/>
        <a:lstStyle/>
        <a:p>
          <a:endParaRPr lang="en-SG"/>
        </a:p>
      </dgm:t>
    </dgm:pt>
    <dgm:pt modelId="{4A129892-C8E9-4F68-A153-63F176AB9CC1}" type="sibTrans" cxnId="{26CA7D03-A376-4A40-B860-13E9F9DADDD5}">
      <dgm:prSet/>
      <dgm:spPr/>
      <dgm:t>
        <a:bodyPr/>
        <a:lstStyle/>
        <a:p>
          <a:endParaRPr lang="en-SG"/>
        </a:p>
      </dgm:t>
    </dgm:pt>
    <dgm:pt modelId="{E792ED29-0875-4482-A612-BA1C5CBF66C9}" type="pres">
      <dgm:prSet presAssocID="{24A9D494-9373-4CA0-9680-3CF236E523CE}" presName="cycle" presStyleCnt="0">
        <dgm:presLayoutVars>
          <dgm:dir/>
          <dgm:resizeHandles val="exact"/>
        </dgm:presLayoutVars>
      </dgm:prSet>
      <dgm:spPr/>
    </dgm:pt>
    <dgm:pt modelId="{99F5D93A-2D92-4FF0-B26D-29981B07515B}" type="pres">
      <dgm:prSet presAssocID="{DB4E40AB-33DB-403C-A4C6-799C4605C99E}" presName="node" presStyleLbl="node1" presStyleIdx="0" presStyleCnt="3">
        <dgm:presLayoutVars>
          <dgm:bulletEnabled val="1"/>
        </dgm:presLayoutVars>
      </dgm:prSet>
      <dgm:spPr/>
    </dgm:pt>
    <dgm:pt modelId="{7E5C9AC5-1DA8-4C6F-9EE4-D09E33400D50}" type="pres">
      <dgm:prSet presAssocID="{DB4E40AB-33DB-403C-A4C6-799C4605C99E}" presName="spNode" presStyleCnt="0"/>
      <dgm:spPr/>
    </dgm:pt>
    <dgm:pt modelId="{D66446EA-2AF2-48D8-A804-D00D22B35B1A}" type="pres">
      <dgm:prSet presAssocID="{A9FE923A-B28E-44A6-90F2-AD9E6A7B4B96}" presName="sibTrans" presStyleLbl="sibTrans1D1" presStyleIdx="0" presStyleCnt="3"/>
      <dgm:spPr/>
    </dgm:pt>
    <dgm:pt modelId="{879012AC-B6C2-41AF-A033-F8D501C920F0}" type="pres">
      <dgm:prSet presAssocID="{52082833-F436-44A9-A50F-BE23EF93A089}" presName="node" presStyleLbl="node1" presStyleIdx="1" presStyleCnt="3">
        <dgm:presLayoutVars>
          <dgm:bulletEnabled val="1"/>
        </dgm:presLayoutVars>
      </dgm:prSet>
      <dgm:spPr/>
    </dgm:pt>
    <dgm:pt modelId="{61B59477-0E0C-4D6E-B4AE-6BB6F51310AD}" type="pres">
      <dgm:prSet presAssocID="{52082833-F436-44A9-A50F-BE23EF93A089}" presName="spNode" presStyleCnt="0"/>
      <dgm:spPr/>
    </dgm:pt>
    <dgm:pt modelId="{3CD2713E-CF2B-4AC6-8E8B-9B37831214E2}" type="pres">
      <dgm:prSet presAssocID="{508D68BB-3A47-40E8-B7DD-05AABA582139}" presName="sibTrans" presStyleLbl="sibTrans1D1" presStyleIdx="1" presStyleCnt="3"/>
      <dgm:spPr/>
    </dgm:pt>
    <dgm:pt modelId="{54944580-90C4-49B3-B3B0-9410F40A1136}" type="pres">
      <dgm:prSet presAssocID="{C9E39C25-ECB6-4A58-A279-DBFA4B7D0513}" presName="node" presStyleLbl="node1" presStyleIdx="2" presStyleCnt="3">
        <dgm:presLayoutVars>
          <dgm:bulletEnabled val="1"/>
        </dgm:presLayoutVars>
      </dgm:prSet>
      <dgm:spPr/>
    </dgm:pt>
    <dgm:pt modelId="{C14D76A7-91B3-4142-93A0-6686C80D98EA}" type="pres">
      <dgm:prSet presAssocID="{C9E39C25-ECB6-4A58-A279-DBFA4B7D0513}" presName="spNode" presStyleCnt="0"/>
      <dgm:spPr/>
    </dgm:pt>
    <dgm:pt modelId="{8A131B1F-47AD-4001-AF4A-EBF777458D03}" type="pres">
      <dgm:prSet presAssocID="{4A129892-C8E9-4F68-A153-63F176AB9CC1}" presName="sibTrans" presStyleLbl="sibTrans1D1" presStyleIdx="2" presStyleCnt="3"/>
      <dgm:spPr/>
    </dgm:pt>
  </dgm:ptLst>
  <dgm:cxnLst>
    <dgm:cxn modelId="{26CA7D03-A376-4A40-B860-13E9F9DADDD5}" srcId="{24A9D494-9373-4CA0-9680-3CF236E523CE}" destId="{C9E39C25-ECB6-4A58-A279-DBFA4B7D0513}" srcOrd="2" destOrd="0" parTransId="{EE228080-1ED7-460C-A983-5061C61730F6}" sibTransId="{4A129892-C8E9-4F68-A153-63F176AB9CC1}"/>
    <dgm:cxn modelId="{235FAE0A-B9E9-44D0-80C9-8847CB6B9D09}" type="presOf" srcId="{A9FE923A-B28E-44A6-90F2-AD9E6A7B4B96}" destId="{D66446EA-2AF2-48D8-A804-D00D22B35B1A}" srcOrd="0" destOrd="0" presId="urn:microsoft.com/office/officeart/2005/8/layout/cycle6"/>
    <dgm:cxn modelId="{46BA673D-9616-4B14-8C9B-5EDB67CC90E1}" type="presOf" srcId="{4A129892-C8E9-4F68-A153-63F176AB9CC1}" destId="{8A131B1F-47AD-4001-AF4A-EBF777458D03}" srcOrd="0" destOrd="0" presId="urn:microsoft.com/office/officeart/2005/8/layout/cycle6"/>
    <dgm:cxn modelId="{763E0B41-EE9C-4A03-A906-D96D77DEE7EA}" type="presOf" srcId="{24A9D494-9373-4CA0-9680-3CF236E523CE}" destId="{E792ED29-0875-4482-A612-BA1C5CBF66C9}" srcOrd="0" destOrd="0" presId="urn:microsoft.com/office/officeart/2005/8/layout/cycle6"/>
    <dgm:cxn modelId="{594FB354-65EB-4F44-866D-7E12B8E4DDC8}" type="presOf" srcId="{52082833-F436-44A9-A50F-BE23EF93A089}" destId="{879012AC-B6C2-41AF-A033-F8D501C920F0}" srcOrd="0" destOrd="0" presId="urn:microsoft.com/office/officeart/2005/8/layout/cycle6"/>
    <dgm:cxn modelId="{B6AD7C76-3887-4FDE-B97F-21CA0CDAB5B1}" srcId="{24A9D494-9373-4CA0-9680-3CF236E523CE}" destId="{DB4E40AB-33DB-403C-A4C6-799C4605C99E}" srcOrd="0" destOrd="0" parTransId="{9C784BE8-A78C-4A0A-9176-FE856B68B25D}" sibTransId="{A9FE923A-B28E-44A6-90F2-AD9E6A7B4B96}"/>
    <dgm:cxn modelId="{8374F058-1025-4B7C-96CB-17B57B14776B}" type="presOf" srcId="{508D68BB-3A47-40E8-B7DD-05AABA582139}" destId="{3CD2713E-CF2B-4AC6-8E8B-9B37831214E2}" srcOrd="0" destOrd="0" presId="urn:microsoft.com/office/officeart/2005/8/layout/cycle6"/>
    <dgm:cxn modelId="{F2A9CA8B-11C0-4937-A6BB-7E2E2905A09A}" srcId="{24A9D494-9373-4CA0-9680-3CF236E523CE}" destId="{52082833-F436-44A9-A50F-BE23EF93A089}" srcOrd="1" destOrd="0" parTransId="{2852C501-2A6D-47BF-A5AC-3E63C4A33E06}" sibTransId="{508D68BB-3A47-40E8-B7DD-05AABA582139}"/>
    <dgm:cxn modelId="{8F4FBBB4-C7BD-44DB-BEBA-3009571823AA}" type="presOf" srcId="{DB4E40AB-33DB-403C-A4C6-799C4605C99E}" destId="{99F5D93A-2D92-4FF0-B26D-29981B07515B}" srcOrd="0" destOrd="0" presId="urn:microsoft.com/office/officeart/2005/8/layout/cycle6"/>
    <dgm:cxn modelId="{EB6EFAC8-1AFB-4C99-8737-2CA98B7FD652}" type="presOf" srcId="{C9E39C25-ECB6-4A58-A279-DBFA4B7D0513}" destId="{54944580-90C4-49B3-B3B0-9410F40A1136}" srcOrd="0" destOrd="0" presId="urn:microsoft.com/office/officeart/2005/8/layout/cycle6"/>
    <dgm:cxn modelId="{5C2CC1B7-DBD9-4E15-8105-A8F1B6868699}" type="presParOf" srcId="{E792ED29-0875-4482-A612-BA1C5CBF66C9}" destId="{99F5D93A-2D92-4FF0-B26D-29981B07515B}" srcOrd="0" destOrd="0" presId="urn:microsoft.com/office/officeart/2005/8/layout/cycle6"/>
    <dgm:cxn modelId="{0D27DB26-E66B-4D30-8F44-927066F439F2}" type="presParOf" srcId="{E792ED29-0875-4482-A612-BA1C5CBF66C9}" destId="{7E5C9AC5-1DA8-4C6F-9EE4-D09E33400D50}" srcOrd="1" destOrd="0" presId="urn:microsoft.com/office/officeart/2005/8/layout/cycle6"/>
    <dgm:cxn modelId="{A77F8E5F-80D3-4B91-A24D-6BE7EFEA0A0E}" type="presParOf" srcId="{E792ED29-0875-4482-A612-BA1C5CBF66C9}" destId="{D66446EA-2AF2-48D8-A804-D00D22B35B1A}" srcOrd="2" destOrd="0" presId="urn:microsoft.com/office/officeart/2005/8/layout/cycle6"/>
    <dgm:cxn modelId="{855EF5CF-DB05-483B-A47D-C6B4D0009D0E}" type="presParOf" srcId="{E792ED29-0875-4482-A612-BA1C5CBF66C9}" destId="{879012AC-B6C2-41AF-A033-F8D501C920F0}" srcOrd="3" destOrd="0" presId="urn:microsoft.com/office/officeart/2005/8/layout/cycle6"/>
    <dgm:cxn modelId="{8A2DBB6D-D001-40D7-95BD-E1DE2B036461}" type="presParOf" srcId="{E792ED29-0875-4482-A612-BA1C5CBF66C9}" destId="{61B59477-0E0C-4D6E-B4AE-6BB6F51310AD}" srcOrd="4" destOrd="0" presId="urn:microsoft.com/office/officeart/2005/8/layout/cycle6"/>
    <dgm:cxn modelId="{B30BC49C-6D1A-495D-BEF4-89011B01F0D6}" type="presParOf" srcId="{E792ED29-0875-4482-A612-BA1C5CBF66C9}" destId="{3CD2713E-CF2B-4AC6-8E8B-9B37831214E2}" srcOrd="5" destOrd="0" presId="urn:microsoft.com/office/officeart/2005/8/layout/cycle6"/>
    <dgm:cxn modelId="{3BFDA887-7F10-4E55-820B-0715FC5A36E2}" type="presParOf" srcId="{E792ED29-0875-4482-A612-BA1C5CBF66C9}" destId="{54944580-90C4-49B3-B3B0-9410F40A1136}" srcOrd="6" destOrd="0" presId="urn:microsoft.com/office/officeart/2005/8/layout/cycle6"/>
    <dgm:cxn modelId="{21DEF778-09BD-4518-80D1-881DD622A992}" type="presParOf" srcId="{E792ED29-0875-4482-A612-BA1C5CBF66C9}" destId="{C14D76A7-91B3-4142-93A0-6686C80D98EA}" srcOrd="7" destOrd="0" presId="urn:microsoft.com/office/officeart/2005/8/layout/cycle6"/>
    <dgm:cxn modelId="{E032B038-50F5-499E-868B-5A686160C4D0}" type="presParOf" srcId="{E792ED29-0875-4482-A612-BA1C5CBF66C9}" destId="{8A131B1F-47AD-4001-AF4A-EBF777458D03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4A9D494-9373-4CA0-9680-3CF236E523CE}" type="doc">
      <dgm:prSet loTypeId="urn:microsoft.com/office/officeart/2005/8/layout/cycle6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DB4E40AB-33DB-403C-A4C6-799C4605C99E}">
      <dgm:prSet phldrT="[Text]" phldr="0"/>
      <dgm:spPr/>
      <dgm:t>
        <a:bodyPr/>
        <a:lstStyle/>
        <a:p>
          <a:r>
            <a:rPr lang="en-SG" dirty="0"/>
            <a:t>Functional Testing</a:t>
          </a:r>
        </a:p>
      </dgm:t>
    </dgm:pt>
    <dgm:pt modelId="{9C784BE8-A78C-4A0A-9176-FE856B68B25D}" type="parTrans" cxnId="{B6AD7C76-3887-4FDE-B97F-21CA0CDAB5B1}">
      <dgm:prSet/>
      <dgm:spPr/>
      <dgm:t>
        <a:bodyPr/>
        <a:lstStyle/>
        <a:p>
          <a:endParaRPr lang="en-SG"/>
        </a:p>
      </dgm:t>
    </dgm:pt>
    <dgm:pt modelId="{A9FE923A-B28E-44A6-90F2-AD9E6A7B4B96}" type="sibTrans" cxnId="{B6AD7C76-3887-4FDE-B97F-21CA0CDAB5B1}">
      <dgm:prSet/>
      <dgm:spPr/>
      <dgm:t>
        <a:bodyPr/>
        <a:lstStyle/>
        <a:p>
          <a:endParaRPr lang="en-SG"/>
        </a:p>
      </dgm:t>
    </dgm:pt>
    <dgm:pt modelId="{52082833-F436-44A9-A50F-BE23EF93A089}">
      <dgm:prSet phldrT="[Text]" phldr="0"/>
      <dgm:spPr/>
      <dgm:t>
        <a:bodyPr/>
        <a:lstStyle/>
        <a:p>
          <a:r>
            <a:rPr lang="en-SG" dirty="0"/>
            <a:t>U/I Testing</a:t>
          </a:r>
        </a:p>
      </dgm:t>
    </dgm:pt>
    <dgm:pt modelId="{2852C501-2A6D-47BF-A5AC-3E63C4A33E06}" type="parTrans" cxnId="{F2A9CA8B-11C0-4937-A6BB-7E2E2905A09A}">
      <dgm:prSet/>
      <dgm:spPr/>
      <dgm:t>
        <a:bodyPr/>
        <a:lstStyle/>
        <a:p>
          <a:endParaRPr lang="en-SG"/>
        </a:p>
      </dgm:t>
    </dgm:pt>
    <dgm:pt modelId="{508D68BB-3A47-40E8-B7DD-05AABA582139}" type="sibTrans" cxnId="{F2A9CA8B-11C0-4937-A6BB-7E2E2905A09A}">
      <dgm:prSet/>
      <dgm:spPr/>
      <dgm:t>
        <a:bodyPr/>
        <a:lstStyle/>
        <a:p>
          <a:endParaRPr lang="en-SG"/>
        </a:p>
      </dgm:t>
    </dgm:pt>
    <dgm:pt modelId="{C9E39C25-ECB6-4A58-A279-DBFA4B7D0513}">
      <dgm:prSet phldrT="[Text]" phldr="0"/>
      <dgm:spPr/>
      <dgm:t>
        <a:bodyPr/>
        <a:lstStyle/>
        <a:p>
          <a:r>
            <a:rPr lang="en-SG" dirty="0"/>
            <a:t>Validation Testing</a:t>
          </a:r>
        </a:p>
      </dgm:t>
    </dgm:pt>
    <dgm:pt modelId="{EE228080-1ED7-460C-A983-5061C61730F6}" type="parTrans" cxnId="{26CA7D03-A376-4A40-B860-13E9F9DADDD5}">
      <dgm:prSet/>
      <dgm:spPr/>
      <dgm:t>
        <a:bodyPr/>
        <a:lstStyle/>
        <a:p>
          <a:endParaRPr lang="en-SG"/>
        </a:p>
      </dgm:t>
    </dgm:pt>
    <dgm:pt modelId="{4A129892-C8E9-4F68-A153-63F176AB9CC1}" type="sibTrans" cxnId="{26CA7D03-A376-4A40-B860-13E9F9DADDD5}">
      <dgm:prSet/>
      <dgm:spPr/>
      <dgm:t>
        <a:bodyPr/>
        <a:lstStyle/>
        <a:p>
          <a:endParaRPr lang="en-SG"/>
        </a:p>
      </dgm:t>
    </dgm:pt>
    <dgm:pt modelId="{5B7686AA-EBF3-4936-A417-FD9E34DDF201}">
      <dgm:prSet phldrT="[Text]" phldr="0"/>
      <dgm:spPr>
        <a:solidFill>
          <a:srgbClr val="002060"/>
        </a:solidFill>
      </dgm:spPr>
      <dgm:t>
        <a:bodyPr/>
        <a:lstStyle/>
        <a:p>
          <a:r>
            <a:rPr lang="en-SG" dirty="0"/>
            <a:t>Security Testing</a:t>
          </a:r>
        </a:p>
      </dgm:t>
    </dgm:pt>
    <dgm:pt modelId="{0F5C19CE-1F32-472E-87EF-14A1570BB2B4}" type="parTrans" cxnId="{2B6705A5-F3CA-4FD4-9CB0-5CD7A24BCBB1}">
      <dgm:prSet/>
      <dgm:spPr/>
      <dgm:t>
        <a:bodyPr/>
        <a:lstStyle/>
        <a:p>
          <a:endParaRPr lang="en-SG"/>
        </a:p>
      </dgm:t>
    </dgm:pt>
    <dgm:pt modelId="{6C7C9A96-8888-4E6D-945C-E772898F63E5}" type="sibTrans" cxnId="{2B6705A5-F3CA-4FD4-9CB0-5CD7A24BCBB1}">
      <dgm:prSet/>
      <dgm:spPr/>
      <dgm:t>
        <a:bodyPr/>
        <a:lstStyle/>
        <a:p>
          <a:endParaRPr lang="en-SG"/>
        </a:p>
      </dgm:t>
    </dgm:pt>
    <dgm:pt modelId="{E792ED29-0875-4482-A612-BA1C5CBF66C9}" type="pres">
      <dgm:prSet presAssocID="{24A9D494-9373-4CA0-9680-3CF236E523CE}" presName="cycle" presStyleCnt="0">
        <dgm:presLayoutVars>
          <dgm:dir/>
          <dgm:resizeHandles val="exact"/>
        </dgm:presLayoutVars>
      </dgm:prSet>
      <dgm:spPr/>
    </dgm:pt>
    <dgm:pt modelId="{99F5D93A-2D92-4FF0-B26D-29981B07515B}" type="pres">
      <dgm:prSet presAssocID="{DB4E40AB-33DB-403C-A4C6-799C4605C99E}" presName="node" presStyleLbl="node1" presStyleIdx="0" presStyleCnt="4">
        <dgm:presLayoutVars>
          <dgm:bulletEnabled val="1"/>
        </dgm:presLayoutVars>
      </dgm:prSet>
      <dgm:spPr/>
    </dgm:pt>
    <dgm:pt modelId="{7E5C9AC5-1DA8-4C6F-9EE4-D09E33400D50}" type="pres">
      <dgm:prSet presAssocID="{DB4E40AB-33DB-403C-A4C6-799C4605C99E}" presName="spNode" presStyleCnt="0"/>
      <dgm:spPr/>
    </dgm:pt>
    <dgm:pt modelId="{D66446EA-2AF2-48D8-A804-D00D22B35B1A}" type="pres">
      <dgm:prSet presAssocID="{A9FE923A-B28E-44A6-90F2-AD9E6A7B4B96}" presName="sibTrans" presStyleLbl="sibTrans1D1" presStyleIdx="0" presStyleCnt="4"/>
      <dgm:spPr/>
    </dgm:pt>
    <dgm:pt modelId="{879012AC-B6C2-41AF-A033-F8D501C920F0}" type="pres">
      <dgm:prSet presAssocID="{52082833-F436-44A9-A50F-BE23EF93A089}" presName="node" presStyleLbl="node1" presStyleIdx="1" presStyleCnt="4">
        <dgm:presLayoutVars>
          <dgm:bulletEnabled val="1"/>
        </dgm:presLayoutVars>
      </dgm:prSet>
      <dgm:spPr/>
    </dgm:pt>
    <dgm:pt modelId="{61B59477-0E0C-4D6E-B4AE-6BB6F51310AD}" type="pres">
      <dgm:prSet presAssocID="{52082833-F436-44A9-A50F-BE23EF93A089}" presName="spNode" presStyleCnt="0"/>
      <dgm:spPr/>
    </dgm:pt>
    <dgm:pt modelId="{3CD2713E-CF2B-4AC6-8E8B-9B37831214E2}" type="pres">
      <dgm:prSet presAssocID="{508D68BB-3A47-40E8-B7DD-05AABA582139}" presName="sibTrans" presStyleLbl="sibTrans1D1" presStyleIdx="1" presStyleCnt="4"/>
      <dgm:spPr/>
    </dgm:pt>
    <dgm:pt modelId="{54944580-90C4-49B3-B3B0-9410F40A1136}" type="pres">
      <dgm:prSet presAssocID="{C9E39C25-ECB6-4A58-A279-DBFA4B7D0513}" presName="node" presStyleLbl="node1" presStyleIdx="2" presStyleCnt="4">
        <dgm:presLayoutVars>
          <dgm:bulletEnabled val="1"/>
        </dgm:presLayoutVars>
      </dgm:prSet>
      <dgm:spPr/>
    </dgm:pt>
    <dgm:pt modelId="{C14D76A7-91B3-4142-93A0-6686C80D98EA}" type="pres">
      <dgm:prSet presAssocID="{C9E39C25-ECB6-4A58-A279-DBFA4B7D0513}" presName="spNode" presStyleCnt="0"/>
      <dgm:spPr/>
    </dgm:pt>
    <dgm:pt modelId="{8A131B1F-47AD-4001-AF4A-EBF777458D03}" type="pres">
      <dgm:prSet presAssocID="{4A129892-C8E9-4F68-A153-63F176AB9CC1}" presName="sibTrans" presStyleLbl="sibTrans1D1" presStyleIdx="2" presStyleCnt="4"/>
      <dgm:spPr/>
    </dgm:pt>
    <dgm:pt modelId="{9C0F50CD-A00A-4E90-9A0C-56FC10F74DB1}" type="pres">
      <dgm:prSet presAssocID="{5B7686AA-EBF3-4936-A417-FD9E34DDF201}" presName="node" presStyleLbl="node1" presStyleIdx="3" presStyleCnt="4">
        <dgm:presLayoutVars>
          <dgm:bulletEnabled val="1"/>
        </dgm:presLayoutVars>
      </dgm:prSet>
      <dgm:spPr/>
    </dgm:pt>
    <dgm:pt modelId="{5FEB7CB9-A5A8-4212-ACD9-CF7F09E4C379}" type="pres">
      <dgm:prSet presAssocID="{5B7686AA-EBF3-4936-A417-FD9E34DDF201}" presName="spNode" presStyleCnt="0"/>
      <dgm:spPr/>
    </dgm:pt>
    <dgm:pt modelId="{DD20F553-2911-4621-ADEC-7C7FC8F3168D}" type="pres">
      <dgm:prSet presAssocID="{6C7C9A96-8888-4E6D-945C-E772898F63E5}" presName="sibTrans" presStyleLbl="sibTrans1D1" presStyleIdx="3" presStyleCnt="4"/>
      <dgm:spPr/>
    </dgm:pt>
  </dgm:ptLst>
  <dgm:cxnLst>
    <dgm:cxn modelId="{26CA7D03-A376-4A40-B860-13E9F9DADDD5}" srcId="{24A9D494-9373-4CA0-9680-3CF236E523CE}" destId="{C9E39C25-ECB6-4A58-A279-DBFA4B7D0513}" srcOrd="2" destOrd="0" parTransId="{EE228080-1ED7-460C-A983-5061C61730F6}" sibTransId="{4A129892-C8E9-4F68-A153-63F176AB9CC1}"/>
    <dgm:cxn modelId="{235FAE0A-B9E9-44D0-80C9-8847CB6B9D09}" type="presOf" srcId="{A9FE923A-B28E-44A6-90F2-AD9E6A7B4B96}" destId="{D66446EA-2AF2-48D8-A804-D00D22B35B1A}" srcOrd="0" destOrd="0" presId="urn:microsoft.com/office/officeart/2005/8/layout/cycle6"/>
    <dgm:cxn modelId="{46BA673D-9616-4B14-8C9B-5EDB67CC90E1}" type="presOf" srcId="{4A129892-C8E9-4F68-A153-63F176AB9CC1}" destId="{8A131B1F-47AD-4001-AF4A-EBF777458D03}" srcOrd="0" destOrd="0" presId="urn:microsoft.com/office/officeart/2005/8/layout/cycle6"/>
    <dgm:cxn modelId="{763E0B41-EE9C-4A03-A906-D96D77DEE7EA}" type="presOf" srcId="{24A9D494-9373-4CA0-9680-3CF236E523CE}" destId="{E792ED29-0875-4482-A612-BA1C5CBF66C9}" srcOrd="0" destOrd="0" presId="urn:microsoft.com/office/officeart/2005/8/layout/cycle6"/>
    <dgm:cxn modelId="{3C37D670-A2AE-4F9A-854F-F3027385F77B}" type="presOf" srcId="{6C7C9A96-8888-4E6D-945C-E772898F63E5}" destId="{DD20F553-2911-4621-ADEC-7C7FC8F3168D}" srcOrd="0" destOrd="0" presId="urn:microsoft.com/office/officeart/2005/8/layout/cycle6"/>
    <dgm:cxn modelId="{594FB354-65EB-4F44-866D-7E12B8E4DDC8}" type="presOf" srcId="{52082833-F436-44A9-A50F-BE23EF93A089}" destId="{879012AC-B6C2-41AF-A033-F8D501C920F0}" srcOrd="0" destOrd="0" presId="urn:microsoft.com/office/officeart/2005/8/layout/cycle6"/>
    <dgm:cxn modelId="{9D216555-30E3-44B8-B9D8-50DC4536B615}" type="presOf" srcId="{5B7686AA-EBF3-4936-A417-FD9E34DDF201}" destId="{9C0F50CD-A00A-4E90-9A0C-56FC10F74DB1}" srcOrd="0" destOrd="0" presId="urn:microsoft.com/office/officeart/2005/8/layout/cycle6"/>
    <dgm:cxn modelId="{B6AD7C76-3887-4FDE-B97F-21CA0CDAB5B1}" srcId="{24A9D494-9373-4CA0-9680-3CF236E523CE}" destId="{DB4E40AB-33DB-403C-A4C6-799C4605C99E}" srcOrd="0" destOrd="0" parTransId="{9C784BE8-A78C-4A0A-9176-FE856B68B25D}" sibTransId="{A9FE923A-B28E-44A6-90F2-AD9E6A7B4B96}"/>
    <dgm:cxn modelId="{8374F058-1025-4B7C-96CB-17B57B14776B}" type="presOf" srcId="{508D68BB-3A47-40E8-B7DD-05AABA582139}" destId="{3CD2713E-CF2B-4AC6-8E8B-9B37831214E2}" srcOrd="0" destOrd="0" presId="urn:microsoft.com/office/officeart/2005/8/layout/cycle6"/>
    <dgm:cxn modelId="{F2A9CA8B-11C0-4937-A6BB-7E2E2905A09A}" srcId="{24A9D494-9373-4CA0-9680-3CF236E523CE}" destId="{52082833-F436-44A9-A50F-BE23EF93A089}" srcOrd="1" destOrd="0" parTransId="{2852C501-2A6D-47BF-A5AC-3E63C4A33E06}" sibTransId="{508D68BB-3A47-40E8-B7DD-05AABA582139}"/>
    <dgm:cxn modelId="{2B6705A5-F3CA-4FD4-9CB0-5CD7A24BCBB1}" srcId="{24A9D494-9373-4CA0-9680-3CF236E523CE}" destId="{5B7686AA-EBF3-4936-A417-FD9E34DDF201}" srcOrd="3" destOrd="0" parTransId="{0F5C19CE-1F32-472E-87EF-14A1570BB2B4}" sibTransId="{6C7C9A96-8888-4E6D-945C-E772898F63E5}"/>
    <dgm:cxn modelId="{8F4FBBB4-C7BD-44DB-BEBA-3009571823AA}" type="presOf" srcId="{DB4E40AB-33DB-403C-A4C6-799C4605C99E}" destId="{99F5D93A-2D92-4FF0-B26D-29981B07515B}" srcOrd="0" destOrd="0" presId="urn:microsoft.com/office/officeart/2005/8/layout/cycle6"/>
    <dgm:cxn modelId="{EB6EFAC8-1AFB-4C99-8737-2CA98B7FD652}" type="presOf" srcId="{C9E39C25-ECB6-4A58-A279-DBFA4B7D0513}" destId="{54944580-90C4-49B3-B3B0-9410F40A1136}" srcOrd="0" destOrd="0" presId="urn:microsoft.com/office/officeart/2005/8/layout/cycle6"/>
    <dgm:cxn modelId="{5C2CC1B7-DBD9-4E15-8105-A8F1B6868699}" type="presParOf" srcId="{E792ED29-0875-4482-A612-BA1C5CBF66C9}" destId="{99F5D93A-2D92-4FF0-B26D-29981B07515B}" srcOrd="0" destOrd="0" presId="urn:microsoft.com/office/officeart/2005/8/layout/cycle6"/>
    <dgm:cxn modelId="{0D27DB26-E66B-4D30-8F44-927066F439F2}" type="presParOf" srcId="{E792ED29-0875-4482-A612-BA1C5CBF66C9}" destId="{7E5C9AC5-1DA8-4C6F-9EE4-D09E33400D50}" srcOrd="1" destOrd="0" presId="urn:microsoft.com/office/officeart/2005/8/layout/cycle6"/>
    <dgm:cxn modelId="{A77F8E5F-80D3-4B91-A24D-6BE7EFEA0A0E}" type="presParOf" srcId="{E792ED29-0875-4482-A612-BA1C5CBF66C9}" destId="{D66446EA-2AF2-48D8-A804-D00D22B35B1A}" srcOrd="2" destOrd="0" presId="urn:microsoft.com/office/officeart/2005/8/layout/cycle6"/>
    <dgm:cxn modelId="{855EF5CF-DB05-483B-A47D-C6B4D0009D0E}" type="presParOf" srcId="{E792ED29-0875-4482-A612-BA1C5CBF66C9}" destId="{879012AC-B6C2-41AF-A033-F8D501C920F0}" srcOrd="3" destOrd="0" presId="urn:microsoft.com/office/officeart/2005/8/layout/cycle6"/>
    <dgm:cxn modelId="{8A2DBB6D-D001-40D7-95BD-E1DE2B036461}" type="presParOf" srcId="{E792ED29-0875-4482-A612-BA1C5CBF66C9}" destId="{61B59477-0E0C-4D6E-B4AE-6BB6F51310AD}" srcOrd="4" destOrd="0" presId="urn:microsoft.com/office/officeart/2005/8/layout/cycle6"/>
    <dgm:cxn modelId="{B30BC49C-6D1A-495D-BEF4-89011B01F0D6}" type="presParOf" srcId="{E792ED29-0875-4482-A612-BA1C5CBF66C9}" destId="{3CD2713E-CF2B-4AC6-8E8B-9B37831214E2}" srcOrd="5" destOrd="0" presId="urn:microsoft.com/office/officeart/2005/8/layout/cycle6"/>
    <dgm:cxn modelId="{3BFDA887-7F10-4E55-820B-0715FC5A36E2}" type="presParOf" srcId="{E792ED29-0875-4482-A612-BA1C5CBF66C9}" destId="{54944580-90C4-49B3-B3B0-9410F40A1136}" srcOrd="6" destOrd="0" presId="urn:microsoft.com/office/officeart/2005/8/layout/cycle6"/>
    <dgm:cxn modelId="{21DEF778-09BD-4518-80D1-881DD622A992}" type="presParOf" srcId="{E792ED29-0875-4482-A612-BA1C5CBF66C9}" destId="{C14D76A7-91B3-4142-93A0-6686C80D98EA}" srcOrd="7" destOrd="0" presId="urn:microsoft.com/office/officeart/2005/8/layout/cycle6"/>
    <dgm:cxn modelId="{E032B038-50F5-499E-868B-5A686160C4D0}" type="presParOf" srcId="{E792ED29-0875-4482-A612-BA1C5CBF66C9}" destId="{8A131B1F-47AD-4001-AF4A-EBF777458D03}" srcOrd="8" destOrd="0" presId="urn:microsoft.com/office/officeart/2005/8/layout/cycle6"/>
    <dgm:cxn modelId="{9F29597A-380B-4B4D-8D04-C52F3EA94AE1}" type="presParOf" srcId="{E792ED29-0875-4482-A612-BA1C5CBF66C9}" destId="{9C0F50CD-A00A-4E90-9A0C-56FC10F74DB1}" srcOrd="9" destOrd="0" presId="urn:microsoft.com/office/officeart/2005/8/layout/cycle6"/>
    <dgm:cxn modelId="{80A6B362-5F09-4EAE-9950-DB225531EEC8}" type="presParOf" srcId="{E792ED29-0875-4482-A612-BA1C5CBF66C9}" destId="{5FEB7CB9-A5A8-4212-ACD9-CF7F09E4C379}" srcOrd="10" destOrd="0" presId="urn:microsoft.com/office/officeart/2005/8/layout/cycle6"/>
    <dgm:cxn modelId="{7B5A07DB-BAB7-406E-B47E-810FC5D84495}" type="presParOf" srcId="{E792ED29-0875-4482-A612-BA1C5CBF66C9}" destId="{DD20F553-2911-4621-ADEC-7C7FC8F3168D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4A9D494-9373-4CA0-9680-3CF236E523CE}" type="doc">
      <dgm:prSet loTypeId="urn:microsoft.com/office/officeart/2005/8/layout/cycle6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DB4E40AB-33DB-403C-A4C6-799C4605C99E}">
      <dgm:prSet phldrT="[Text]" phldr="0"/>
      <dgm:spPr/>
      <dgm:t>
        <a:bodyPr/>
        <a:lstStyle/>
        <a:p>
          <a:r>
            <a:rPr lang="en-SG" dirty="0"/>
            <a:t>Functional Testing</a:t>
          </a:r>
        </a:p>
      </dgm:t>
    </dgm:pt>
    <dgm:pt modelId="{9C784BE8-A78C-4A0A-9176-FE856B68B25D}" type="parTrans" cxnId="{B6AD7C76-3887-4FDE-B97F-21CA0CDAB5B1}">
      <dgm:prSet/>
      <dgm:spPr/>
      <dgm:t>
        <a:bodyPr/>
        <a:lstStyle/>
        <a:p>
          <a:endParaRPr lang="en-SG"/>
        </a:p>
      </dgm:t>
    </dgm:pt>
    <dgm:pt modelId="{A9FE923A-B28E-44A6-90F2-AD9E6A7B4B96}" type="sibTrans" cxnId="{B6AD7C76-3887-4FDE-B97F-21CA0CDAB5B1}">
      <dgm:prSet/>
      <dgm:spPr/>
      <dgm:t>
        <a:bodyPr/>
        <a:lstStyle/>
        <a:p>
          <a:endParaRPr lang="en-SG"/>
        </a:p>
      </dgm:t>
    </dgm:pt>
    <dgm:pt modelId="{52082833-F436-44A9-A50F-BE23EF93A089}">
      <dgm:prSet phldrT="[Text]" phldr="0"/>
      <dgm:spPr/>
      <dgm:t>
        <a:bodyPr/>
        <a:lstStyle/>
        <a:p>
          <a:r>
            <a:rPr lang="en-SG" dirty="0"/>
            <a:t>U/I Testing</a:t>
          </a:r>
        </a:p>
      </dgm:t>
    </dgm:pt>
    <dgm:pt modelId="{2852C501-2A6D-47BF-A5AC-3E63C4A33E06}" type="parTrans" cxnId="{F2A9CA8B-11C0-4937-A6BB-7E2E2905A09A}">
      <dgm:prSet/>
      <dgm:spPr/>
      <dgm:t>
        <a:bodyPr/>
        <a:lstStyle/>
        <a:p>
          <a:endParaRPr lang="en-SG"/>
        </a:p>
      </dgm:t>
    </dgm:pt>
    <dgm:pt modelId="{508D68BB-3A47-40E8-B7DD-05AABA582139}" type="sibTrans" cxnId="{F2A9CA8B-11C0-4937-A6BB-7E2E2905A09A}">
      <dgm:prSet/>
      <dgm:spPr/>
      <dgm:t>
        <a:bodyPr/>
        <a:lstStyle/>
        <a:p>
          <a:endParaRPr lang="en-SG"/>
        </a:p>
      </dgm:t>
    </dgm:pt>
    <dgm:pt modelId="{C9E39C25-ECB6-4A58-A279-DBFA4B7D0513}">
      <dgm:prSet phldrT="[Text]" phldr="0"/>
      <dgm:spPr/>
      <dgm:t>
        <a:bodyPr/>
        <a:lstStyle/>
        <a:p>
          <a:r>
            <a:rPr lang="en-SG" dirty="0"/>
            <a:t>Validation Testing</a:t>
          </a:r>
        </a:p>
      </dgm:t>
    </dgm:pt>
    <dgm:pt modelId="{EE228080-1ED7-460C-A983-5061C61730F6}" type="parTrans" cxnId="{26CA7D03-A376-4A40-B860-13E9F9DADDD5}">
      <dgm:prSet/>
      <dgm:spPr/>
      <dgm:t>
        <a:bodyPr/>
        <a:lstStyle/>
        <a:p>
          <a:endParaRPr lang="en-SG"/>
        </a:p>
      </dgm:t>
    </dgm:pt>
    <dgm:pt modelId="{4A129892-C8E9-4F68-A153-63F176AB9CC1}" type="sibTrans" cxnId="{26CA7D03-A376-4A40-B860-13E9F9DADDD5}">
      <dgm:prSet/>
      <dgm:spPr/>
      <dgm:t>
        <a:bodyPr/>
        <a:lstStyle/>
        <a:p>
          <a:endParaRPr lang="en-SG"/>
        </a:p>
      </dgm:t>
    </dgm:pt>
    <dgm:pt modelId="{5B7686AA-EBF3-4936-A417-FD9E34DDF201}">
      <dgm:prSet phldrT="[Text]" phldr="0"/>
      <dgm:spPr/>
      <dgm:t>
        <a:bodyPr/>
        <a:lstStyle/>
        <a:p>
          <a:r>
            <a:rPr lang="en-SG" dirty="0"/>
            <a:t>Security Testing</a:t>
          </a:r>
        </a:p>
      </dgm:t>
    </dgm:pt>
    <dgm:pt modelId="{0F5C19CE-1F32-472E-87EF-14A1570BB2B4}" type="parTrans" cxnId="{2B6705A5-F3CA-4FD4-9CB0-5CD7A24BCBB1}">
      <dgm:prSet/>
      <dgm:spPr/>
      <dgm:t>
        <a:bodyPr/>
        <a:lstStyle/>
        <a:p>
          <a:endParaRPr lang="en-SG"/>
        </a:p>
      </dgm:t>
    </dgm:pt>
    <dgm:pt modelId="{6C7C9A96-8888-4E6D-945C-E772898F63E5}" type="sibTrans" cxnId="{2B6705A5-F3CA-4FD4-9CB0-5CD7A24BCBB1}">
      <dgm:prSet/>
      <dgm:spPr/>
      <dgm:t>
        <a:bodyPr/>
        <a:lstStyle/>
        <a:p>
          <a:endParaRPr lang="en-SG"/>
        </a:p>
      </dgm:t>
    </dgm:pt>
    <dgm:pt modelId="{076570F8-6DB0-464B-BF95-BA613242E051}">
      <dgm:prSet phldrT="[Text]" phldr="0"/>
      <dgm:spPr>
        <a:solidFill>
          <a:srgbClr val="002060"/>
        </a:solidFill>
      </dgm:spPr>
      <dgm:t>
        <a:bodyPr/>
        <a:lstStyle/>
        <a:p>
          <a:r>
            <a:rPr lang="en-SG" dirty="0"/>
            <a:t>Database Testing</a:t>
          </a:r>
        </a:p>
      </dgm:t>
    </dgm:pt>
    <dgm:pt modelId="{5F38A13F-67C7-4FF0-AFC7-823958CC1122}" type="parTrans" cxnId="{F9069DDB-2B12-49D9-9A33-85D1E9896E7C}">
      <dgm:prSet/>
      <dgm:spPr/>
      <dgm:t>
        <a:bodyPr/>
        <a:lstStyle/>
        <a:p>
          <a:endParaRPr lang="en-SG"/>
        </a:p>
      </dgm:t>
    </dgm:pt>
    <dgm:pt modelId="{23B99ABE-2FF0-40A6-AACB-FA734730FE6A}" type="sibTrans" cxnId="{F9069DDB-2B12-49D9-9A33-85D1E9896E7C}">
      <dgm:prSet/>
      <dgm:spPr/>
      <dgm:t>
        <a:bodyPr/>
        <a:lstStyle/>
        <a:p>
          <a:endParaRPr lang="en-SG"/>
        </a:p>
      </dgm:t>
    </dgm:pt>
    <dgm:pt modelId="{E792ED29-0875-4482-A612-BA1C5CBF66C9}" type="pres">
      <dgm:prSet presAssocID="{24A9D494-9373-4CA0-9680-3CF236E523CE}" presName="cycle" presStyleCnt="0">
        <dgm:presLayoutVars>
          <dgm:dir/>
          <dgm:resizeHandles val="exact"/>
        </dgm:presLayoutVars>
      </dgm:prSet>
      <dgm:spPr/>
    </dgm:pt>
    <dgm:pt modelId="{99F5D93A-2D92-4FF0-B26D-29981B07515B}" type="pres">
      <dgm:prSet presAssocID="{DB4E40AB-33DB-403C-A4C6-799C4605C99E}" presName="node" presStyleLbl="node1" presStyleIdx="0" presStyleCnt="5">
        <dgm:presLayoutVars>
          <dgm:bulletEnabled val="1"/>
        </dgm:presLayoutVars>
      </dgm:prSet>
      <dgm:spPr/>
    </dgm:pt>
    <dgm:pt modelId="{7E5C9AC5-1DA8-4C6F-9EE4-D09E33400D50}" type="pres">
      <dgm:prSet presAssocID="{DB4E40AB-33DB-403C-A4C6-799C4605C99E}" presName="spNode" presStyleCnt="0"/>
      <dgm:spPr/>
    </dgm:pt>
    <dgm:pt modelId="{D66446EA-2AF2-48D8-A804-D00D22B35B1A}" type="pres">
      <dgm:prSet presAssocID="{A9FE923A-B28E-44A6-90F2-AD9E6A7B4B96}" presName="sibTrans" presStyleLbl="sibTrans1D1" presStyleIdx="0" presStyleCnt="5"/>
      <dgm:spPr/>
    </dgm:pt>
    <dgm:pt modelId="{879012AC-B6C2-41AF-A033-F8D501C920F0}" type="pres">
      <dgm:prSet presAssocID="{52082833-F436-44A9-A50F-BE23EF93A089}" presName="node" presStyleLbl="node1" presStyleIdx="1" presStyleCnt="5">
        <dgm:presLayoutVars>
          <dgm:bulletEnabled val="1"/>
        </dgm:presLayoutVars>
      </dgm:prSet>
      <dgm:spPr/>
    </dgm:pt>
    <dgm:pt modelId="{61B59477-0E0C-4D6E-B4AE-6BB6F51310AD}" type="pres">
      <dgm:prSet presAssocID="{52082833-F436-44A9-A50F-BE23EF93A089}" presName="spNode" presStyleCnt="0"/>
      <dgm:spPr/>
    </dgm:pt>
    <dgm:pt modelId="{3CD2713E-CF2B-4AC6-8E8B-9B37831214E2}" type="pres">
      <dgm:prSet presAssocID="{508D68BB-3A47-40E8-B7DD-05AABA582139}" presName="sibTrans" presStyleLbl="sibTrans1D1" presStyleIdx="1" presStyleCnt="5"/>
      <dgm:spPr/>
    </dgm:pt>
    <dgm:pt modelId="{54944580-90C4-49B3-B3B0-9410F40A1136}" type="pres">
      <dgm:prSet presAssocID="{C9E39C25-ECB6-4A58-A279-DBFA4B7D0513}" presName="node" presStyleLbl="node1" presStyleIdx="2" presStyleCnt="5">
        <dgm:presLayoutVars>
          <dgm:bulletEnabled val="1"/>
        </dgm:presLayoutVars>
      </dgm:prSet>
      <dgm:spPr/>
    </dgm:pt>
    <dgm:pt modelId="{C14D76A7-91B3-4142-93A0-6686C80D98EA}" type="pres">
      <dgm:prSet presAssocID="{C9E39C25-ECB6-4A58-A279-DBFA4B7D0513}" presName="spNode" presStyleCnt="0"/>
      <dgm:spPr/>
    </dgm:pt>
    <dgm:pt modelId="{8A131B1F-47AD-4001-AF4A-EBF777458D03}" type="pres">
      <dgm:prSet presAssocID="{4A129892-C8E9-4F68-A153-63F176AB9CC1}" presName="sibTrans" presStyleLbl="sibTrans1D1" presStyleIdx="2" presStyleCnt="5"/>
      <dgm:spPr/>
    </dgm:pt>
    <dgm:pt modelId="{9C0F50CD-A00A-4E90-9A0C-56FC10F74DB1}" type="pres">
      <dgm:prSet presAssocID="{5B7686AA-EBF3-4936-A417-FD9E34DDF201}" presName="node" presStyleLbl="node1" presStyleIdx="3" presStyleCnt="5">
        <dgm:presLayoutVars>
          <dgm:bulletEnabled val="1"/>
        </dgm:presLayoutVars>
      </dgm:prSet>
      <dgm:spPr/>
    </dgm:pt>
    <dgm:pt modelId="{5FEB7CB9-A5A8-4212-ACD9-CF7F09E4C379}" type="pres">
      <dgm:prSet presAssocID="{5B7686AA-EBF3-4936-A417-FD9E34DDF201}" presName="spNode" presStyleCnt="0"/>
      <dgm:spPr/>
    </dgm:pt>
    <dgm:pt modelId="{DD20F553-2911-4621-ADEC-7C7FC8F3168D}" type="pres">
      <dgm:prSet presAssocID="{6C7C9A96-8888-4E6D-945C-E772898F63E5}" presName="sibTrans" presStyleLbl="sibTrans1D1" presStyleIdx="3" presStyleCnt="5"/>
      <dgm:spPr/>
    </dgm:pt>
    <dgm:pt modelId="{BC49624B-FBAF-4708-9EF1-11A211B80938}" type="pres">
      <dgm:prSet presAssocID="{076570F8-6DB0-464B-BF95-BA613242E051}" presName="node" presStyleLbl="node1" presStyleIdx="4" presStyleCnt="5">
        <dgm:presLayoutVars>
          <dgm:bulletEnabled val="1"/>
        </dgm:presLayoutVars>
      </dgm:prSet>
      <dgm:spPr/>
    </dgm:pt>
    <dgm:pt modelId="{A911D3AF-CC0D-439B-A3D7-D241C2FE20EA}" type="pres">
      <dgm:prSet presAssocID="{076570F8-6DB0-464B-BF95-BA613242E051}" presName="spNode" presStyleCnt="0"/>
      <dgm:spPr/>
    </dgm:pt>
    <dgm:pt modelId="{BDEC37E6-9CD4-4BD6-B202-4DEC9DA6A114}" type="pres">
      <dgm:prSet presAssocID="{23B99ABE-2FF0-40A6-AACB-FA734730FE6A}" presName="sibTrans" presStyleLbl="sibTrans1D1" presStyleIdx="4" presStyleCnt="5"/>
      <dgm:spPr/>
    </dgm:pt>
  </dgm:ptLst>
  <dgm:cxnLst>
    <dgm:cxn modelId="{26CA7D03-A376-4A40-B860-13E9F9DADDD5}" srcId="{24A9D494-9373-4CA0-9680-3CF236E523CE}" destId="{C9E39C25-ECB6-4A58-A279-DBFA4B7D0513}" srcOrd="2" destOrd="0" parTransId="{EE228080-1ED7-460C-A983-5061C61730F6}" sibTransId="{4A129892-C8E9-4F68-A153-63F176AB9CC1}"/>
    <dgm:cxn modelId="{235FAE0A-B9E9-44D0-80C9-8847CB6B9D09}" type="presOf" srcId="{A9FE923A-B28E-44A6-90F2-AD9E6A7B4B96}" destId="{D66446EA-2AF2-48D8-A804-D00D22B35B1A}" srcOrd="0" destOrd="0" presId="urn:microsoft.com/office/officeart/2005/8/layout/cycle6"/>
    <dgm:cxn modelId="{46BA673D-9616-4B14-8C9B-5EDB67CC90E1}" type="presOf" srcId="{4A129892-C8E9-4F68-A153-63F176AB9CC1}" destId="{8A131B1F-47AD-4001-AF4A-EBF777458D03}" srcOrd="0" destOrd="0" presId="urn:microsoft.com/office/officeart/2005/8/layout/cycle6"/>
    <dgm:cxn modelId="{763E0B41-EE9C-4A03-A906-D96D77DEE7EA}" type="presOf" srcId="{24A9D494-9373-4CA0-9680-3CF236E523CE}" destId="{E792ED29-0875-4482-A612-BA1C5CBF66C9}" srcOrd="0" destOrd="0" presId="urn:microsoft.com/office/officeart/2005/8/layout/cycle6"/>
    <dgm:cxn modelId="{3C37D670-A2AE-4F9A-854F-F3027385F77B}" type="presOf" srcId="{6C7C9A96-8888-4E6D-945C-E772898F63E5}" destId="{DD20F553-2911-4621-ADEC-7C7FC8F3168D}" srcOrd="0" destOrd="0" presId="urn:microsoft.com/office/officeart/2005/8/layout/cycle6"/>
    <dgm:cxn modelId="{594FB354-65EB-4F44-866D-7E12B8E4DDC8}" type="presOf" srcId="{52082833-F436-44A9-A50F-BE23EF93A089}" destId="{879012AC-B6C2-41AF-A033-F8D501C920F0}" srcOrd="0" destOrd="0" presId="urn:microsoft.com/office/officeart/2005/8/layout/cycle6"/>
    <dgm:cxn modelId="{9D216555-30E3-44B8-B9D8-50DC4536B615}" type="presOf" srcId="{5B7686AA-EBF3-4936-A417-FD9E34DDF201}" destId="{9C0F50CD-A00A-4E90-9A0C-56FC10F74DB1}" srcOrd="0" destOrd="0" presId="urn:microsoft.com/office/officeart/2005/8/layout/cycle6"/>
    <dgm:cxn modelId="{B6AD7C76-3887-4FDE-B97F-21CA0CDAB5B1}" srcId="{24A9D494-9373-4CA0-9680-3CF236E523CE}" destId="{DB4E40AB-33DB-403C-A4C6-799C4605C99E}" srcOrd="0" destOrd="0" parTransId="{9C784BE8-A78C-4A0A-9176-FE856B68B25D}" sibTransId="{A9FE923A-B28E-44A6-90F2-AD9E6A7B4B96}"/>
    <dgm:cxn modelId="{8374F058-1025-4B7C-96CB-17B57B14776B}" type="presOf" srcId="{508D68BB-3A47-40E8-B7DD-05AABA582139}" destId="{3CD2713E-CF2B-4AC6-8E8B-9B37831214E2}" srcOrd="0" destOrd="0" presId="urn:microsoft.com/office/officeart/2005/8/layout/cycle6"/>
    <dgm:cxn modelId="{1F6A7D7D-97A2-4D71-B0DC-0A01B2600DB9}" type="presOf" srcId="{23B99ABE-2FF0-40A6-AACB-FA734730FE6A}" destId="{BDEC37E6-9CD4-4BD6-B202-4DEC9DA6A114}" srcOrd="0" destOrd="0" presId="urn:microsoft.com/office/officeart/2005/8/layout/cycle6"/>
    <dgm:cxn modelId="{F2A9CA8B-11C0-4937-A6BB-7E2E2905A09A}" srcId="{24A9D494-9373-4CA0-9680-3CF236E523CE}" destId="{52082833-F436-44A9-A50F-BE23EF93A089}" srcOrd="1" destOrd="0" parTransId="{2852C501-2A6D-47BF-A5AC-3E63C4A33E06}" sibTransId="{508D68BB-3A47-40E8-B7DD-05AABA582139}"/>
    <dgm:cxn modelId="{E19B668D-28B5-4892-94E5-30B7535568D6}" type="presOf" srcId="{076570F8-6DB0-464B-BF95-BA613242E051}" destId="{BC49624B-FBAF-4708-9EF1-11A211B80938}" srcOrd="0" destOrd="0" presId="urn:microsoft.com/office/officeart/2005/8/layout/cycle6"/>
    <dgm:cxn modelId="{2B6705A5-F3CA-4FD4-9CB0-5CD7A24BCBB1}" srcId="{24A9D494-9373-4CA0-9680-3CF236E523CE}" destId="{5B7686AA-EBF3-4936-A417-FD9E34DDF201}" srcOrd="3" destOrd="0" parTransId="{0F5C19CE-1F32-472E-87EF-14A1570BB2B4}" sibTransId="{6C7C9A96-8888-4E6D-945C-E772898F63E5}"/>
    <dgm:cxn modelId="{8F4FBBB4-C7BD-44DB-BEBA-3009571823AA}" type="presOf" srcId="{DB4E40AB-33DB-403C-A4C6-799C4605C99E}" destId="{99F5D93A-2D92-4FF0-B26D-29981B07515B}" srcOrd="0" destOrd="0" presId="urn:microsoft.com/office/officeart/2005/8/layout/cycle6"/>
    <dgm:cxn modelId="{EB6EFAC8-1AFB-4C99-8737-2CA98B7FD652}" type="presOf" srcId="{C9E39C25-ECB6-4A58-A279-DBFA4B7D0513}" destId="{54944580-90C4-49B3-B3B0-9410F40A1136}" srcOrd="0" destOrd="0" presId="urn:microsoft.com/office/officeart/2005/8/layout/cycle6"/>
    <dgm:cxn modelId="{F9069DDB-2B12-49D9-9A33-85D1E9896E7C}" srcId="{24A9D494-9373-4CA0-9680-3CF236E523CE}" destId="{076570F8-6DB0-464B-BF95-BA613242E051}" srcOrd="4" destOrd="0" parTransId="{5F38A13F-67C7-4FF0-AFC7-823958CC1122}" sibTransId="{23B99ABE-2FF0-40A6-AACB-FA734730FE6A}"/>
    <dgm:cxn modelId="{5C2CC1B7-DBD9-4E15-8105-A8F1B6868699}" type="presParOf" srcId="{E792ED29-0875-4482-A612-BA1C5CBF66C9}" destId="{99F5D93A-2D92-4FF0-B26D-29981B07515B}" srcOrd="0" destOrd="0" presId="urn:microsoft.com/office/officeart/2005/8/layout/cycle6"/>
    <dgm:cxn modelId="{0D27DB26-E66B-4D30-8F44-927066F439F2}" type="presParOf" srcId="{E792ED29-0875-4482-A612-BA1C5CBF66C9}" destId="{7E5C9AC5-1DA8-4C6F-9EE4-D09E33400D50}" srcOrd="1" destOrd="0" presId="urn:microsoft.com/office/officeart/2005/8/layout/cycle6"/>
    <dgm:cxn modelId="{A77F8E5F-80D3-4B91-A24D-6BE7EFEA0A0E}" type="presParOf" srcId="{E792ED29-0875-4482-A612-BA1C5CBF66C9}" destId="{D66446EA-2AF2-48D8-A804-D00D22B35B1A}" srcOrd="2" destOrd="0" presId="urn:microsoft.com/office/officeart/2005/8/layout/cycle6"/>
    <dgm:cxn modelId="{855EF5CF-DB05-483B-A47D-C6B4D0009D0E}" type="presParOf" srcId="{E792ED29-0875-4482-A612-BA1C5CBF66C9}" destId="{879012AC-B6C2-41AF-A033-F8D501C920F0}" srcOrd="3" destOrd="0" presId="urn:microsoft.com/office/officeart/2005/8/layout/cycle6"/>
    <dgm:cxn modelId="{8A2DBB6D-D001-40D7-95BD-E1DE2B036461}" type="presParOf" srcId="{E792ED29-0875-4482-A612-BA1C5CBF66C9}" destId="{61B59477-0E0C-4D6E-B4AE-6BB6F51310AD}" srcOrd="4" destOrd="0" presId="urn:microsoft.com/office/officeart/2005/8/layout/cycle6"/>
    <dgm:cxn modelId="{B30BC49C-6D1A-495D-BEF4-89011B01F0D6}" type="presParOf" srcId="{E792ED29-0875-4482-A612-BA1C5CBF66C9}" destId="{3CD2713E-CF2B-4AC6-8E8B-9B37831214E2}" srcOrd="5" destOrd="0" presId="urn:microsoft.com/office/officeart/2005/8/layout/cycle6"/>
    <dgm:cxn modelId="{3BFDA887-7F10-4E55-820B-0715FC5A36E2}" type="presParOf" srcId="{E792ED29-0875-4482-A612-BA1C5CBF66C9}" destId="{54944580-90C4-49B3-B3B0-9410F40A1136}" srcOrd="6" destOrd="0" presId="urn:microsoft.com/office/officeart/2005/8/layout/cycle6"/>
    <dgm:cxn modelId="{21DEF778-09BD-4518-80D1-881DD622A992}" type="presParOf" srcId="{E792ED29-0875-4482-A612-BA1C5CBF66C9}" destId="{C14D76A7-91B3-4142-93A0-6686C80D98EA}" srcOrd="7" destOrd="0" presId="urn:microsoft.com/office/officeart/2005/8/layout/cycle6"/>
    <dgm:cxn modelId="{E032B038-50F5-499E-868B-5A686160C4D0}" type="presParOf" srcId="{E792ED29-0875-4482-A612-BA1C5CBF66C9}" destId="{8A131B1F-47AD-4001-AF4A-EBF777458D03}" srcOrd="8" destOrd="0" presId="urn:microsoft.com/office/officeart/2005/8/layout/cycle6"/>
    <dgm:cxn modelId="{9F29597A-380B-4B4D-8D04-C52F3EA94AE1}" type="presParOf" srcId="{E792ED29-0875-4482-A612-BA1C5CBF66C9}" destId="{9C0F50CD-A00A-4E90-9A0C-56FC10F74DB1}" srcOrd="9" destOrd="0" presId="urn:microsoft.com/office/officeart/2005/8/layout/cycle6"/>
    <dgm:cxn modelId="{80A6B362-5F09-4EAE-9950-DB225531EEC8}" type="presParOf" srcId="{E792ED29-0875-4482-A612-BA1C5CBF66C9}" destId="{5FEB7CB9-A5A8-4212-ACD9-CF7F09E4C379}" srcOrd="10" destOrd="0" presId="urn:microsoft.com/office/officeart/2005/8/layout/cycle6"/>
    <dgm:cxn modelId="{7B5A07DB-BAB7-406E-B47E-810FC5D84495}" type="presParOf" srcId="{E792ED29-0875-4482-A612-BA1C5CBF66C9}" destId="{DD20F553-2911-4621-ADEC-7C7FC8F3168D}" srcOrd="11" destOrd="0" presId="urn:microsoft.com/office/officeart/2005/8/layout/cycle6"/>
    <dgm:cxn modelId="{407F6BAF-51A0-444F-8B68-B083127AFEE8}" type="presParOf" srcId="{E792ED29-0875-4482-A612-BA1C5CBF66C9}" destId="{BC49624B-FBAF-4708-9EF1-11A211B80938}" srcOrd="12" destOrd="0" presId="urn:microsoft.com/office/officeart/2005/8/layout/cycle6"/>
    <dgm:cxn modelId="{F4008FF6-2C21-4A47-9399-22F26A10C196}" type="presParOf" srcId="{E792ED29-0875-4482-A612-BA1C5CBF66C9}" destId="{A911D3AF-CC0D-439B-A3D7-D241C2FE20EA}" srcOrd="13" destOrd="0" presId="urn:microsoft.com/office/officeart/2005/8/layout/cycle6"/>
    <dgm:cxn modelId="{C59BC903-4A9F-4E65-B4A0-FE68E4D1E19C}" type="presParOf" srcId="{E792ED29-0875-4482-A612-BA1C5CBF66C9}" destId="{BDEC37E6-9CD4-4BD6-B202-4DEC9DA6A114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4A9D494-9373-4CA0-9680-3CF236E523CE}" type="doc">
      <dgm:prSet loTypeId="urn:microsoft.com/office/officeart/2005/8/layout/cycle6" loCatId="cycl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DB4E40AB-33DB-403C-A4C6-799C4605C99E}">
      <dgm:prSet phldrT="[Text]" phldr="0"/>
      <dgm:spPr/>
      <dgm:t>
        <a:bodyPr/>
        <a:lstStyle/>
        <a:p>
          <a:r>
            <a:rPr lang="en-SG" dirty="0"/>
            <a:t>Functional Testing</a:t>
          </a:r>
        </a:p>
      </dgm:t>
    </dgm:pt>
    <dgm:pt modelId="{9C784BE8-A78C-4A0A-9176-FE856B68B25D}" type="parTrans" cxnId="{B6AD7C76-3887-4FDE-B97F-21CA0CDAB5B1}">
      <dgm:prSet/>
      <dgm:spPr/>
      <dgm:t>
        <a:bodyPr/>
        <a:lstStyle/>
        <a:p>
          <a:endParaRPr lang="en-SG"/>
        </a:p>
      </dgm:t>
    </dgm:pt>
    <dgm:pt modelId="{A9FE923A-B28E-44A6-90F2-AD9E6A7B4B96}" type="sibTrans" cxnId="{B6AD7C76-3887-4FDE-B97F-21CA0CDAB5B1}">
      <dgm:prSet/>
      <dgm:spPr/>
      <dgm:t>
        <a:bodyPr/>
        <a:lstStyle/>
        <a:p>
          <a:endParaRPr lang="en-SG"/>
        </a:p>
      </dgm:t>
    </dgm:pt>
    <dgm:pt modelId="{52082833-F436-44A9-A50F-BE23EF93A089}">
      <dgm:prSet phldrT="[Text]" phldr="0"/>
      <dgm:spPr/>
      <dgm:t>
        <a:bodyPr/>
        <a:lstStyle/>
        <a:p>
          <a:r>
            <a:rPr lang="en-SG" dirty="0"/>
            <a:t>U/I Testing</a:t>
          </a:r>
        </a:p>
      </dgm:t>
    </dgm:pt>
    <dgm:pt modelId="{2852C501-2A6D-47BF-A5AC-3E63C4A33E06}" type="parTrans" cxnId="{F2A9CA8B-11C0-4937-A6BB-7E2E2905A09A}">
      <dgm:prSet/>
      <dgm:spPr/>
      <dgm:t>
        <a:bodyPr/>
        <a:lstStyle/>
        <a:p>
          <a:endParaRPr lang="en-SG"/>
        </a:p>
      </dgm:t>
    </dgm:pt>
    <dgm:pt modelId="{508D68BB-3A47-40E8-B7DD-05AABA582139}" type="sibTrans" cxnId="{F2A9CA8B-11C0-4937-A6BB-7E2E2905A09A}">
      <dgm:prSet/>
      <dgm:spPr/>
      <dgm:t>
        <a:bodyPr/>
        <a:lstStyle/>
        <a:p>
          <a:endParaRPr lang="en-SG"/>
        </a:p>
      </dgm:t>
    </dgm:pt>
    <dgm:pt modelId="{C9E39C25-ECB6-4A58-A279-DBFA4B7D0513}">
      <dgm:prSet phldrT="[Text]" phldr="0"/>
      <dgm:spPr/>
      <dgm:t>
        <a:bodyPr/>
        <a:lstStyle/>
        <a:p>
          <a:r>
            <a:rPr lang="en-SG" dirty="0"/>
            <a:t>Validation Testing</a:t>
          </a:r>
        </a:p>
      </dgm:t>
    </dgm:pt>
    <dgm:pt modelId="{EE228080-1ED7-460C-A983-5061C61730F6}" type="parTrans" cxnId="{26CA7D03-A376-4A40-B860-13E9F9DADDD5}">
      <dgm:prSet/>
      <dgm:spPr/>
      <dgm:t>
        <a:bodyPr/>
        <a:lstStyle/>
        <a:p>
          <a:endParaRPr lang="en-SG"/>
        </a:p>
      </dgm:t>
    </dgm:pt>
    <dgm:pt modelId="{4A129892-C8E9-4F68-A153-63F176AB9CC1}" type="sibTrans" cxnId="{26CA7D03-A376-4A40-B860-13E9F9DADDD5}">
      <dgm:prSet/>
      <dgm:spPr/>
      <dgm:t>
        <a:bodyPr/>
        <a:lstStyle/>
        <a:p>
          <a:endParaRPr lang="en-SG"/>
        </a:p>
      </dgm:t>
    </dgm:pt>
    <dgm:pt modelId="{5B7686AA-EBF3-4936-A417-FD9E34DDF201}">
      <dgm:prSet phldrT="[Text]" phldr="0"/>
      <dgm:spPr/>
      <dgm:t>
        <a:bodyPr/>
        <a:lstStyle/>
        <a:p>
          <a:r>
            <a:rPr lang="en-SG" dirty="0"/>
            <a:t>Security Testing</a:t>
          </a:r>
        </a:p>
      </dgm:t>
    </dgm:pt>
    <dgm:pt modelId="{0F5C19CE-1F32-472E-87EF-14A1570BB2B4}" type="parTrans" cxnId="{2B6705A5-F3CA-4FD4-9CB0-5CD7A24BCBB1}">
      <dgm:prSet/>
      <dgm:spPr/>
      <dgm:t>
        <a:bodyPr/>
        <a:lstStyle/>
        <a:p>
          <a:endParaRPr lang="en-SG"/>
        </a:p>
      </dgm:t>
    </dgm:pt>
    <dgm:pt modelId="{6C7C9A96-8888-4E6D-945C-E772898F63E5}" type="sibTrans" cxnId="{2B6705A5-F3CA-4FD4-9CB0-5CD7A24BCBB1}">
      <dgm:prSet/>
      <dgm:spPr/>
      <dgm:t>
        <a:bodyPr/>
        <a:lstStyle/>
        <a:p>
          <a:endParaRPr lang="en-SG"/>
        </a:p>
      </dgm:t>
    </dgm:pt>
    <dgm:pt modelId="{076570F8-6DB0-464B-BF95-BA613242E051}">
      <dgm:prSet phldrT="[Text]" phldr="0"/>
      <dgm:spPr/>
      <dgm:t>
        <a:bodyPr/>
        <a:lstStyle/>
        <a:p>
          <a:r>
            <a:rPr lang="en-SG" dirty="0"/>
            <a:t>Database Testing</a:t>
          </a:r>
        </a:p>
      </dgm:t>
    </dgm:pt>
    <dgm:pt modelId="{5F38A13F-67C7-4FF0-AFC7-823958CC1122}" type="parTrans" cxnId="{F9069DDB-2B12-49D9-9A33-85D1E9896E7C}">
      <dgm:prSet/>
      <dgm:spPr/>
      <dgm:t>
        <a:bodyPr/>
        <a:lstStyle/>
        <a:p>
          <a:endParaRPr lang="en-SG"/>
        </a:p>
      </dgm:t>
    </dgm:pt>
    <dgm:pt modelId="{23B99ABE-2FF0-40A6-AACB-FA734730FE6A}" type="sibTrans" cxnId="{F9069DDB-2B12-49D9-9A33-85D1E9896E7C}">
      <dgm:prSet/>
      <dgm:spPr/>
      <dgm:t>
        <a:bodyPr/>
        <a:lstStyle/>
        <a:p>
          <a:endParaRPr lang="en-SG"/>
        </a:p>
      </dgm:t>
    </dgm:pt>
    <dgm:pt modelId="{CA936E47-97B7-4DE2-B8FB-F6C5BA9485E5}">
      <dgm:prSet phldrT="[Text]" phldr="0"/>
      <dgm:spPr>
        <a:solidFill>
          <a:srgbClr val="002060"/>
        </a:solidFill>
      </dgm:spPr>
      <dgm:t>
        <a:bodyPr/>
        <a:lstStyle/>
        <a:p>
          <a:r>
            <a:rPr lang="en-SG" dirty="0"/>
            <a:t>Performance Testing</a:t>
          </a:r>
        </a:p>
      </dgm:t>
    </dgm:pt>
    <dgm:pt modelId="{43CC80E2-F5F5-4E0C-956F-C2F4F2360ECD}" type="parTrans" cxnId="{C7D556C1-5DBD-4DA5-84AD-5CA65416FB30}">
      <dgm:prSet/>
      <dgm:spPr/>
      <dgm:t>
        <a:bodyPr/>
        <a:lstStyle/>
        <a:p>
          <a:endParaRPr lang="en-SG"/>
        </a:p>
      </dgm:t>
    </dgm:pt>
    <dgm:pt modelId="{B23F5384-4146-4B71-976F-D4016CD5C252}" type="sibTrans" cxnId="{C7D556C1-5DBD-4DA5-84AD-5CA65416FB30}">
      <dgm:prSet/>
      <dgm:spPr/>
      <dgm:t>
        <a:bodyPr/>
        <a:lstStyle/>
        <a:p>
          <a:endParaRPr lang="en-SG"/>
        </a:p>
      </dgm:t>
    </dgm:pt>
    <dgm:pt modelId="{E792ED29-0875-4482-A612-BA1C5CBF66C9}" type="pres">
      <dgm:prSet presAssocID="{24A9D494-9373-4CA0-9680-3CF236E523CE}" presName="cycle" presStyleCnt="0">
        <dgm:presLayoutVars>
          <dgm:dir/>
          <dgm:resizeHandles val="exact"/>
        </dgm:presLayoutVars>
      </dgm:prSet>
      <dgm:spPr/>
    </dgm:pt>
    <dgm:pt modelId="{99F5D93A-2D92-4FF0-B26D-29981B07515B}" type="pres">
      <dgm:prSet presAssocID="{DB4E40AB-33DB-403C-A4C6-799C4605C99E}" presName="node" presStyleLbl="node1" presStyleIdx="0" presStyleCnt="6">
        <dgm:presLayoutVars>
          <dgm:bulletEnabled val="1"/>
        </dgm:presLayoutVars>
      </dgm:prSet>
      <dgm:spPr/>
    </dgm:pt>
    <dgm:pt modelId="{7E5C9AC5-1DA8-4C6F-9EE4-D09E33400D50}" type="pres">
      <dgm:prSet presAssocID="{DB4E40AB-33DB-403C-A4C6-799C4605C99E}" presName="spNode" presStyleCnt="0"/>
      <dgm:spPr/>
    </dgm:pt>
    <dgm:pt modelId="{D66446EA-2AF2-48D8-A804-D00D22B35B1A}" type="pres">
      <dgm:prSet presAssocID="{A9FE923A-B28E-44A6-90F2-AD9E6A7B4B96}" presName="sibTrans" presStyleLbl="sibTrans1D1" presStyleIdx="0" presStyleCnt="6"/>
      <dgm:spPr/>
    </dgm:pt>
    <dgm:pt modelId="{879012AC-B6C2-41AF-A033-F8D501C920F0}" type="pres">
      <dgm:prSet presAssocID="{52082833-F436-44A9-A50F-BE23EF93A089}" presName="node" presStyleLbl="node1" presStyleIdx="1" presStyleCnt="6">
        <dgm:presLayoutVars>
          <dgm:bulletEnabled val="1"/>
        </dgm:presLayoutVars>
      </dgm:prSet>
      <dgm:spPr/>
    </dgm:pt>
    <dgm:pt modelId="{61B59477-0E0C-4D6E-B4AE-6BB6F51310AD}" type="pres">
      <dgm:prSet presAssocID="{52082833-F436-44A9-A50F-BE23EF93A089}" presName="spNode" presStyleCnt="0"/>
      <dgm:spPr/>
    </dgm:pt>
    <dgm:pt modelId="{3CD2713E-CF2B-4AC6-8E8B-9B37831214E2}" type="pres">
      <dgm:prSet presAssocID="{508D68BB-3A47-40E8-B7DD-05AABA582139}" presName="sibTrans" presStyleLbl="sibTrans1D1" presStyleIdx="1" presStyleCnt="6"/>
      <dgm:spPr/>
    </dgm:pt>
    <dgm:pt modelId="{54944580-90C4-49B3-B3B0-9410F40A1136}" type="pres">
      <dgm:prSet presAssocID="{C9E39C25-ECB6-4A58-A279-DBFA4B7D0513}" presName="node" presStyleLbl="node1" presStyleIdx="2" presStyleCnt="6">
        <dgm:presLayoutVars>
          <dgm:bulletEnabled val="1"/>
        </dgm:presLayoutVars>
      </dgm:prSet>
      <dgm:spPr/>
    </dgm:pt>
    <dgm:pt modelId="{C14D76A7-91B3-4142-93A0-6686C80D98EA}" type="pres">
      <dgm:prSet presAssocID="{C9E39C25-ECB6-4A58-A279-DBFA4B7D0513}" presName="spNode" presStyleCnt="0"/>
      <dgm:spPr/>
    </dgm:pt>
    <dgm:pt modelId="{8A131B1F-47AD-4001-AF4A-EBF777458D03}" type="pres">
      <dgm:prSet presAssocID="{4A129892-C8E9-4F68-A153-63F176AB9CC1}" presName="sibTrans" presStyleLbl="sibTrans1D1" presStyleIdx="2" presStyleCnt="6"/>
      <dgm:spPr/>
    </dgm:pt>
    <dgm:pt modelId="{9C0F50CD-A00A-4E90-9A0C-56FC10F74DB1}" type="pres">
      <dgm:prSet presAssocID="{5B7686AA-EBF3-4936-A417-FD9E34DDF201}" presName="node" presStyleLbl="node1" presStyleIdx="3" presStyleCnt="6">
        <dgm:presLayoutVars>
          <dgm:bulletEnabled val="1"/>
        </dgm:presLayoutVars>
      </dgm:prSet>
      <dgm:spPr/>
    </dgm:pt>
    <dgm:pt modelId="{5FEB7CB9-A5A8-4212-ACD9-CF7F09E4C379}" type="pres">
      <dgm:prSet presAssocID="{5B7686AA-EBF3-4936-A417-FD9E34DDF201}" presName="spNode" presStyleCnt="0"/>
      <dgm:spPr/>
    </dgm:pt>
    <dgm:pt modelId="{DD20F553-2911-4621-ADEC-7C7FC8F3168D}" type="pres">
      <dgm:prSet presAssocID="{6C7C9A96-8888-4E6D-945C-E772898F63E5}" presName="sibTrans" presStyleLbl="sibTrans1D1" presStyleIdx="3" presStyleCnt="6"/>
      <dgm:spPr/>
    </dgm:pt>
    <dgm:pt modelId="{BC49624B-FBAF-4708-9EF1-11A211B80938}" type="pres">
      <dgm:prSet presAssocID="{076570F8-6DB0-464B-BF95-BA613242E051}" presName="node" presStyleLbl="node1" presStyleIdx="4" presStyleCnt="6">
        <dgm:presLayoutVars>
          <dgm:bulletEnabled val="1"/>
        </dgm:presLayoutVars>
      </dgm:prSet>
      <dgm:spPr/>
    </dgm:pt>
    <dgm:pt modelId="{A911D3AF-CC0D-439B-A3D7-D241C2FE20EA}" type="pres">
      <dgm:prSet presAssocID="{076570F8-6DB0-464B-BF95-BA613242E051}" presName="spNode" presStyleCnt="0"/>
      <dgm:spPr/>
    </dgm:pt>
    <dgm:pt modelId="{BDEC37E6-9CD4-4BD6-B202-4DEC9DA6A114}" type="pres">
      <dgm:prSet presAssocID="{23B99ABE-2FF0-40A6-AACB-FA734730FE6A}" presName="sibTrans" presStyleLbl="sibTrans1D1" presStyleIdx="4" presStyleCnt="6"/>
      <dgm:spPr/>
    </dgm:pt>
    <dgm:pt modelId="{97F49BDA-C611-4D43-B28A-153C5B56318D}" type="pres">
      <dgm:prSet presAssocID="{CA936E47-97B7-4DE2-B8FB-F6C5BA9485E5}" presName="node" presStyleLbl="node1" presStyleIdx="5" presStyleCnt="6">
        <dgm:presLayoutVars>
          <dgm:bulletEnabled val="1"/>
        </dgm:presLayoutVars>
      </dgm:prSet>
      <dgm:spPr/>
    </dgm:pt>
    <dgm:pt modelId="{A64EE3AC-A80F-41C0-AE25-D6BE2ADFC4A7}" type="pres">
      <dgm:prSet presAssocID="{CA936E47-97B7-4DE2-B8FB-F6C5BA9485E5}" presName="spNode" presStyleCnt="0"/>
      <dgm:spPr/>
    </dgm:pt>
    <dgm:pt modelId="{7080FE94-2442-4275-815E-40DC07B8D61E}" type="pres">
      <dgm:prSet presAssocID="{B23F5384-4146-4B71-976F-D4016CD5C252}" presName="sibTrans" presStyleLbl="sibTrans1D1" presStyleIdx="5" presStyleCnt="6"/>
      <dgm:spPr/>
    </dgm:pt>
  </dgm:ptLst>
  <dgm:cxnLst>
    <dgm:cxn modelId="{26CA7D03-A376-4A40-B860-13E9F9DADDD5}" srcId="{24A9D494-9373-4CA0-9680-3CF236E523CE}" destId="{C9E39C25-ECB6-4A58-A279-DBFA4B7D0513}" srcOrd="2" destOrd="0" parTransId="{EE228080-1ED7-460C-A983-5061C61730F6}" sibTransId="{4A129892-C8E9-4F68-A153-63F176AB9CC1}"/>
    <dgm:cxn modelId="{DBAFA50A-B4BD-406D-AD0F-C2C4E2C6B0EB}" type="presOf" srcId="{B23F5384-4146-4B71-976F-D4016CD5C252}" destId="{7080FE94-2442-4275-815E-40DC07B8D61E}" srcOrd="0" destOrd="0" presId="urn:microsoft.com/office/officeart/2005/8/layout/cycle6"/>
    <dgm:cxn modelId="{235FAE0A-B9E9-44D0-80C9-8847CB6B9D09}" type="presOf" srcId="{A9FE923A-B28E-44A6-90F2-AD9E6A7B4B96}" destId="{D66446EA-2AF2-48D8-A804-D00D22B35B1A}" srcOrd="0" destOrd="0" presId="urn:microsoft.com/office/officeart/2005/8/layout/cycle6"/>
    <dgm:cxn modelId="{46BA673D-9616-4B14-8C9B-5EDB67CC90E1}" type="presOf" srcId="{4A129892-C8E9-4F68-A153-63F176AB9CC1}" destId="{8A131B1F-47AD-4001-AF4A-EBF777458D03}" srcOrd="0" destOrd="0" presId="urn:microsoft.com/office/officeart/2005/8/layout/cycle6"/>
    <dgm:cxn modelId="{763E0B41-EE9C-4A03-A906-D96D77DEE7EA}" type="presOf" srcId="{24A9D494-9373-4CA0-9680-3CF236E523CE}" destId="{E792ED29-0875-4482-A612-BA1C5CBF66C9}" srcOrd="0" destOrd="0" presId="urn:microsoft.com/office/officeart/2005/8/layout/cycle6"/>
    <dgm:cxn modelId="{3C37D670-A2AE-4F9A-854F-F3027385F77B}" type="presOf" srcId="{6C7C9A96-8888-4E6D-945C-E772898F63E5}" destId="{DD20F553-2911-4621-ADEC-7C7FC8F3168D}" srcOrd="0" destOrd="0" presId="urn:microsoft.com/office/officeart/2005/8/layout/cycle6"/>
    <dgm:cxn modelId="{594FB354-65EB-4F44-866D-7E12B8E4DDC8}" type="presOf" srcId="{52082833-F436-44A9-A50F-BE23EF93A089}" destId="{879012AC-B6C2-41AF-A033-F8D501C920F0}" srcOrd="0" destOrd="0" presId="urn:microsoft.com/office/officeart/2005/8/layout/cycle6"/>
    <dgm:cxn modelId="{9D216555-30E3-44B8-B9D8-50DC4536B615}" type="presOf" srcId="{5B7686AA-EBF3-4936-A417-FD9E34DDF201}" destId="{9C0F50CD-A00A-4E90-9A0C-56FC10F74DB1}" srcOrd="0" destOrd="0" presId="urn:microsoft.com/office/officeart/2005/8/layout/cycle6"/>
    <dgm:cxn modelId="{B6AD7C76-3887-4FDE-B97F-21CA0CDAB5B1}" srcId="{24A9D494-9373-4CA0-9680-3CF236E523CE}" destId="{DB4E40AB-33DB-403C-A4C6-799C4605C99E}" srcOrd="0" destOrd="0" parTransId="{9C784BE8-A78C-4A0A-9176-FE856B68B25D}" sibTransId="{A9FE923A-B28E-44A6-90F2-AD9E6A7B4B96}"/>
    <dgm:cxn modelId="{8374F058-1025-4B7C-96CB-17B57B14776B}" type="presOf" srcId="{508D68BB-3A47-40E8-B7DD-05AABA582139}" destId="{3CD2713E-CF2B-4AC6-8E8B-9B37831214E2}" srcOrd="0" destOrd="0" presId="urn:microsoft.com/office/officeart/2005/8/layout/cycle6"/>
    <dgm:cxn modelId="{1F6A7D7D-97A2-4D71-B0DC-0A01B2600DB9}" type="presOf" srcId="{23B99ABE-2FF0-40A6-AACB-FA734730FE6A}" destId="{BDEC37E6-9CD4-4BD6-B202-4DEC9DA6A114}" srcOrd="0" destOrd="0" presId="urn:microsoft.com/office/officeart/2005/8/layout/cycle6"/>
    <dgm:cxn modelId="{F2A9CA8B-11C0-4937-A6BB-7E2E2905A09A}" srcId="{24A9D494-9373-4CA0-9680-3CF236E523CE}" destId="{52082833-F436-44A9-A50F-BE23EF93A089}" srcOrd="1" destOrd="0" parTransId="{2852C501-2A6D-47BF-A5AC-3E63C4A33E06}" sibTransId="{508D68BB-3A47-40E8-B7DD-05AABA582139}"/>
    <dgm:cxn modelId="{E19B668D-28B5-4892-94E5-30B7535568D6}" type="presOf" srcId="{076570F8-6DB0-464B-BF95-BA613242E051}" destId="{BC49624B-FBAF-4708-9EF1-11A211B80938}" srcOrd="0" destOrd="0" presId="urn:microsoft.com/office/officeart/2005/8/layout/cycle6"/>
    <dgm:cxn modelId="{2B6705A5-F3CA-4FD4-9CB0-5CD7A24BCBB1}" srcId="{24A9D494-9373-4CA0-9680-3CF236E523CE}" destId="{5B7686AA-EBF3-4936-A417-FD9E34DDF201}" srcOrd="3" destOrd="0" parTransId="{0F5C19CE-1F32-472E-87EF-14A1570BB2B4}" sibTransId="{6C7C9A96-8888-4E6D-945C-E772898F63E5}"/>
    <dgm:cxn modelId="{8F4FBBB4-C7BD-44DB-BEBA-3009571823AA}" type="presOf" srcId="{DB4E40AB-33DB-403C-A4C6-799C4605C99E}" destId="{99F5D93A-2D92-4FF0-B26D-29981B07515B}" srcOrd="0" destOrd="0" presId="urn:microsoft.com/office/officeart/2005/8/layout/cycle6"/>
    <dgm:cxn modelId="{C7D556C1-5DBD-4DA5-84AD-5CA65416FB30}" srcId="{24A9D494-9373-4CA0-9680-3CF236E523CE}" destId="{CA936E47-97B7-4DE2-B8FB-F6C5BA9485E5}" srcOrd="5" destOrd="0" parTransId="{43CC80E2-F5F5-4E0C-956F-C2F4F2360ECD}" sibTransId="{B23F5384-4146-4B71-976F-D4016CD5C252}"/>
    <dgm:cxn modelId="{EB6EFAC8-1AFB-4C99-8737-2CA98B7FD652}" type="presOf" srcId="{C9E39C25-ECB6-4A58-A279-DBFA4B7D0513}" destId="{54944580-90C4-49B3-B3B0-9410F40A1136}" srcOrd="0" destOrd="0" presId="urn:microsoft.com/office/officeart/2005/8/layout/cycle6"/>
    <dgm:cxn modelId="{F9069DDB-2B12-49D9-9A33-85D1E9896E7C}" srcId="{24A9D494-9373-4CA0-9680-3CF236E523CE}" destId="{076570F8-6DB0-464B-BF95-BA613242E051}" srcOrd="4" destOrd="0" parTransId="{5F38A13F-67C7-4FF0-AFC7-823958CC1122}" sibTransId="{23B99ABE-2FF0-40A6-AACB-FA734730FE6A}"/>
    <dgm:cxn modelId="{EDB3CEDB-F572-49D3-9B29-E3FE37E68133}" type="presOf" srcId="{CA936E47-97B7-4DE2-B8FB-F6C5BA9485E5}" destId="{97F49BDA-C611-4D43-B28A-153C5B56318D}" srcOrd="0" destOrd="0" presId="urn:microsoft.com/office/officeart/2005/8/layout/cycle6"/>
    <dgm:cxn modelId="{5C2CC1B7-DBD9-4E15-8105-A8F1B6868699}" type="presParOf" srcId="{E792ED29-0875-4482-A612-BA1C5CBF66C9}" destId="{99F5D93A-2D92-4FF0-B26D-29981B07515B}" srcOrd="0" destOrd="0" presId="urn:microsoft.com/office/officeart/2005/8/layout/cycle6"/>
    <dgm:cxn modelId="{0D27DB26-E66B-4D30-8F44-927066F439F2}" type="presParOf" srcId="{E792ED29-0875-4482-A612-BA1C5CBF66C9}" destId="{7E5C9AC5-1DA8-4C6F-9EE4-D09E33400D50}" srcOrd="1" destOrd="0" presId="urn:microsoft.com/office/officeart/2005/8/layout/cycle6"/>
    <dgm:cxn modelId="{A77F8E5F-80D3-4B91-A24D-6BE7EFEA0A0E}" type="presParOf" srcId="{E792ED29-0875-4482-A612-BA1C5CBF66C9}" destId="{D66446EA-2AF2-48D8-A804-D00D22B35B1A}" srcOrd="2" destOrd="0" presId="urn:microsoft.com/office/officeart/2005/8/layout/cycle6"/>
    <dgm:cxn modelId="{855EF5CF-DB05-483B-A47D-C6B4D0009D0E}" type="presParOf" srcId="{E792ED29-0875-4482-A612-BA1C5CBF66C9}" destId="{879012AC-B6C2-41AF-A033-F8D501C920F0}" srcOrd="3" destOrd="0" presId="urn:microsoft.com/office/officeart/2005/8/layout/cycle6"/>
    <dgm:cxn modelId="{8A2DBB6D-D001-40D7-95BD-E1DE2B036461}" type="presParOf" srcId="{E792ED29-0875-4482-A612-BA1C5CBF66C9}" destId="{61B59477-0E0C-4D6E-B4AE-6BB6F51310AD}" srcOrd="4" destOrd="0" presId="urn:microsoft.com/office/officeart/2005/8/layout/cycle6"/>
    <dgm:cxn modelId="{B30BC49C-6D1A-495D-BEF4-89011B01F0D6}" type="presParOf" srcId="{E792ED29-0875-4482-A612-BA1C5CBF66C9}" destId="{3CD2713E-CF2B-4AC6-8E8B-9B37831214E2}" srcOrd="5" destOrd="0" presId="urn:microsoft.com/office/officeart/2005/8/layout/cycle6"/>
    <dgm:cxn modelId="{3BFDA887-7F10-4E55-820B-0715FC5A36E2}" type="presParOf" srcId="{E792ED29-0875-4482-A612-BA1C5CBF66C9}" destId="{54944580-90C4-49B3-B3B0-9410F40A1136}" srcOrd="6" destOrd="0" presId="urn:microsoft.com/office/officeart/2005/8/layout/cycle6"/>
    <dgm:cxn modelId="{21DEF778-09BD-4518-80D1-881DD622A992}" type="presParOf" srcId="{E792ED29-0875-4482-A612-BA1C5CBF66C9}" destId="{C14D76A7-91B3-4142-93A0-6686C80D98EA}" srcOrd="7" destOrd="0" presId="urn:microsoft.com/office/officeart/2005/8/layout/cycle6"/>
    <dgm:cxn modelId="{E032B038-50F5-499E-868B-5A686160C4D0}" type="presParOf" srcId="{E792ED29-0875-4482-A612-BA1C5CBF66C9}" destId="{8A131B1F-47AD-4001-AF4A-EBF777458D03}" srcOrd="8" destOrd="0" presId="urn:microsoft.com/office/officeart/2005/8/layout/cycle6"/>
    <dgm:cxn modelId="{9F29597A-380B-4B4D-8D04-C52F3EA94AE1}" type="presParOf" srcId="{E792ED29-0875-4482-A612-BA1C5CBF66C9}" destId="{9C0F50CD-A00A-4E90-9A0C-56FC10F74DB1}" srcOrd="9" destOrd="0" presId="urn:microsoft.com/office/officeart/2005/8/layout/cycle6"/>
    <dgm:cxn modelId="{80A6B362-5F09-4EAE-9950-DB225531EEC8}" type="presParOf" srcId="{E792ED29-0875-4482-A612-BA1C5CBF66C9}" destId="{5FEB7CB9-A5A8-4212-ACD9-CF7F09E4C379}" srcOrd="10" destOrd="0" presId="urn:microsoft.com/office/officeart/2005/8/layout/cycle6"/>
    <dgm:cxn modelId="{7B5A07DB-BAB7-406E-B47E-810FC5D84495}" type="presParOf" srcId="{E792ED29-0875-4482-A612-BA1C5CBF66C9}" destId="{DD20F553-2911-4621-ADEC-7C7FC8F3168D}" srcOrd="11" destOrd="0" presId="urn:microsoft.com/office/officeart/2005/8/layout/cycle6"/>
    <dgm:cxn modelId="{407F6BAF-51A0-444F-8B68-B083127AFEE8}" type="presParOf" srcId="{E792ED29-0875-4482-A612-BA1C5CBF66C9}" destId="{BC49624B-FBAF-4708-9EF1-11A211B80938}" srcOrd="12" destOrd="0" presId="urn:microsoft.com/office/officeart/2005/8/layout/cycle6"/>
    <dgm:cxn modelId="{F4008FF6-2C21-4A47-9399-22F26A10C196}" type="presParOf" srcId="{E792ED29-0875-4482-A612-BA1C5CBF66C9}" destId="{A911D3AF-CC0D-439B-A3D7-D241C2FE20EA}" srcOrd="13" destOrd="0" presId="urn:microsoft.com/office/officeart/2005/8/layout/cycle6"/>
    <dgm:cxn modelId="{C59BC903-4A9F-4E65-B4A0-FE68E4D1E19C}" type="presParOf" srcId="{E792ED29-0875-4482-A612-BA1C5CBF66C9}" destId="{BDEC37E6-9CD4-4BD6-B202-4DEC9DA6A114}" srcOrd="14" destOrd="0" presId="urn:microsoft.com/office/officeart/2005/8/layout/cycle6"/>
    <dgm:cxn modelId="{0919B48B-3D02-4A4D-A7D7-03523B01DE38}" type="presParOf" srcId="{E792ED29-0875-4482-A612-BA1C5CBF66C9}" destId="{97F49BDA-C611-4D43-B28A-153C5B56318D}" srcOrd="15" destOrd="0" presId="urn:microsoft.com/office/officeart/2005/8/layout/cycle6"/>
    <dgm:cxn modelId="{41F95DBD-64E2-4542-82D7-A744A765B824}" type="presParOf" srcId="{E792ED29-0875-4482-A612-BA1C5CBF66C9}" destId="{A64EE3AC-A80F-41C0-AE25-D6BE2ADFC4A7}" srcOrd="16" destOrd="0" presId="urn:microsoft.com/office/officeart/2005/8/layout/cycle6"/>
    <dgm:cxn modelId="{6B2C6A01-6725-4BB1-958B-5958B9C5E981}" type="presParOf" srcId="{E792ED29-0875-4482-A612-BA1C5CBF66C9}" destId="{7080FE94-2442-4275-815E-40DC07B8D61E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955250-D2C5-42EF-9A34-60E6C5A8F0DB}">
      <dsp:nvSpPr>
        <dsp:cNvPr id="0" name=""/>
        <dsp:cNvSpPr/>
      </dsp:nvSpPr>
      <dsp:spPr>
        <a:xfrm>
          <a:off x="2263616" y="2304674"/>
          <a:ext cx="1568767" cy="156876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000" kern="1200" dirty="0"/>
            <a:t>Objectives</a:t>
          </a:r>
        </a:p>
      </dsp:txBody>
      <dsp:txXfrm>
        <a:off x="2493357" y="2534415"/>
        <a:ext cx="1109285" cy="1109285"/>
      </dsp:txXfrm>
    </dsp:sp>
    <dsp:sp modelId="{72E975A7-A375-401C-950D-72E553DFC3C7}">
      <dsp:nvSpPr>
        <dsp:cNvPr id="0" name=""/>
        <dsp:cNvSpPr/>
      </dsp:nvSpPr>
      <dsp:spPr>
        <a:xfrm rot="10239523">
          <a:off x="735466" y="3125486"/>
          <a:ext cx="1464172" cy="447098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298F7F-6830-4F98-A7CA-A884E1117653}">
      <dsp:nvSpPr>
        <dsp:cNvPr id="0" name=""/>
        <dsp:cNvSpPr/>
      </dsp:nvSpPr>
      <dsp:spPr>
        <a:xfrm>
          <a:off x="10" y="2871732"/>
          <a:ext cx="1490329" cy="11922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b="1" kern="1200" dirty="0"/>
            <a:t>Digitalize hall services </a:t>
          </a:r>
        </a:p>
      </dsp:txBody>
      <dsp:txXfrm>
        <a:off x="34930" y="2906652"/>
        <a:ext cx="1420489" cy="1122423"/>
      </dsp:txXfrm>
    </dsp:sp>
    <dsp:sp modelId="{B005CB12-7C81-41F2-9465-18771024DECE}">
      <dsp:nvSpPr>
        <dsp:cNvPr id="0" name=""/>
        <dsp:cNvSpPr/>
      </dsp:nvSpPr>
      <dsp:spPr>
        <a:xfrm rot="13003502">
          <a:off x="775340" y="1817264"/>
          <a:ext cx="1735226" cy="447098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D93428-8B93-4C2E-944D-56FFA396EC9E}">
      <dsp:nvSpPr>
        <dsp:cNvPr id="0" name=""/>
        <dsp:cNvSpPr/>
      </dsp:nvSpPr>
      <dsp:spPr>
        <a:xfrm>
          <a:off x="202385" y="925870"/>
          <a:ext cx="1490329" cy="11922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b="1" kern="1200" dirty="0">
              <a:solidFill>
                <a:schemeClr val="tx1"/>
              </a:solidFill>
            </a:rPr>
            <a:t>Centralize administration </a:t>
          </a:r>
        </a:p>
      </dsp:txBody>
      <dsp:txXfrm>
        <a:off x="237305" y="960790"/>
        <a:ext cx="1420489" cy="1122423"/>
      </dsp:txXfrm>
    </dsp:sp>
    <dsp:sp modelId="{6C8F27B6-2AA9-47EA-9A47-7358AE7C2AE0}">
      <dsp:nvSpPr>
        <dsp:cNvPr id="0" name=""/>
        <dsp:cNvSpPr/>
      </dsp:nvSpPr>
      <dsp:spPr>
        <a:xfrm rot="16108697">
          <a:off x="2291973" y="1284540"/>
          <a:ext cx="1428055" cy="44709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2E2C72-6AB3-4E8E-B4A7-648FDB0CEFA2}">
      <dsp:nvSpPr>
        <dsp:cNvPr id="0" name=""/>
        <dsp:cNvSpPr/>
      </dsp:nvSpPr>
      <dsp:spPr>
        <a:xfrm>
          <a:off x="2241874" y="198182"/>
          <a:ext cx="1490329" cy="1192263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b="1" kern="1200" dirty="0">
              <a:solidFill>
                <a:schemeClr val="bg1"/>
              </a:solidFill>
            </a:rPr>
            <a:t>Improve transparency </a:t>
          </a:r>
        </a:p>
      </dsp:txBody>
      <dsp:txXfrm>
        <a:off x="2276794" y="233102"/>
        <a:ext cx="1420489" cy="1122423"/>
      </dsp:txXfrm>
    </dsp:sp>
    <dsp:sp modelId="{63B60E01-4B88-4DB6-A2F5-C04A9F765B17}">
      <dsp:nvSpPr>
        <dsp:cNvPr id="0" name=""/>
        <dsp:cNvSpPr/>
      </dsp:nvSpPr>
      <dsp:spPr>
        <a:xfrm rot="19497737">
          <a:off x="3628510" y="1954734"/>
          <a:ext cx="1436780" cy="447098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CC1446-DA98-4AD1-AC5C-C2207A6C262B}">
      <dsp:nvSpPr>
        <dsp:cNvPr id="0" name=""/>
        <dsp:cNvSpPr/>
      </dsp:nvSpPr>
      <dsp:spPr>
        <a:xfrm>
          <a:off x="4189935" y="1169712"/>
          <a:ext cx="1490329" cy="11922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b="1" kern="1200" dirty="0"/>
            <a:t>Reduce paperwork </a:t>
          </a:r>
        </a:p>
      </dsp:txBody>
      <dsp:txXfrm>
        <a:off x="4224855" y="1204632"/>
        <a:ext cx="1420489" cy="1122423"/>
      </dsp:txXfrm>
    </dsp:sp>
    <dsp:sp modelId="{C176C254-9473-4B79-8441-356F19F4BAF2}">
      <dsp:nvSpPr>
        <dsp:cNvPr id="0" name=""/>
        <dsp:cNvSpPr/>
      </dsp:nvSpPr>
      <dsp:spPr>
        <a:xfrm rot="577476">
          <a:off x="3891816" y="3127293"/>
          <a:ext cx="1399836" cy="447098"/>
        </a:xfrm>
        <a:prstGeom prst="lef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2004FDD-6A18-4CE3-8585-D8D4507BF508}">
      <dsp:nvSpPr>
        <dsp:cNvPr id="0" name=""/>
        <dsp:cNvSpPr/>
      </dsp:nvSpPr>
      <dsp:spPr>
        <a:xfrm>
          <a:off x="4536636" y="2871732"/>
          <a:ext cx="1490329" cy="11922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2385" tIns="32385" rIns="32385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SG" sz="1700" b="1" kern="1200" dirty="0"/>
            <a:t>Improve student experience </a:t>
          </a:r>
        </a:p>
      </dsp:txBody>
      <dsp:txXfrm>
        <a:off x="4571556" y="2906652"/>
        <a:ext cx="1420489" cy="11224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CB8E5-BF93-4173-97D4-E7F0B80772DF}">
      <dsp:nvSpPr>
        <dsp:cNvPr id="0" name=""/>
        <dsp:cNvSpPr/>
      </dsp:nvSpPr>
      <dsp:spPr>
        <a:xfrm>
          <a:off x="779121" y="1498"/>
          <a:ext cx="1731258" cy="5573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/>
            <a:t>Student</a:t>
          </a:r>
        </a:p>
      </dsp:txBody>
      <dsp:txXfrm>
        <a:off x="795445" y="17822"/>
        <a:ext cx="1698610" cy="524698"/>
      </dsp:txXfrm>
    </dsp:sp>
    <dsp:sp modelId="{13C3E0B6-B270-452E-AD0A-8EECCA2D2993}">
      <dsp:nvSpPr>
        <dsp:cNvPr id="0" name=""/>
        <dsp:cNvSpPr/>
      </dsp:nvSpPr>
      <dsp:spPr>
        <a:xfrm rot="5400000">
          <a:off x="1540248" y="572778"/>
          <a:ext cx="209005" cy="2508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000" kern="1200"/>
        </a:p>
      </dsp:txBody>
      <dsp:txXfrm rot="-5400000">
        <a:off x="1569509" y="593679"/>
        <a:ext cx="150484" cy="146304"/>
      </dsp:txXfrm>
    </dsp:sp>
    <dsp:sp modelId="{460FB7B5-5FA7-4E44-8382-81E9EAE577BD}">
      <dsp:nvSpPr>
        <dsp:cNvPr id="0" name=""/>
        <dsp:cNvSpPr/>
      </dsp:nvSpPr>
      <dsp:spPr>
        <a:xfrm>
          <a:off x="779121" y="837518"/>
          <a:ext cx="1731258" cy="5573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/>
            <a:t>Web Application</a:t>
          </a:r>
        </a:p>
      </dsp:txBody>
      <dsp:txXfrm>
        <a:off x="795445" y="853842"/>
        <a:ext cx="1698610" cy="524698"/>
      </dsp:txXfrm>
    </dsp:sp>
    <dsp:sp modelId="{E3F1D9B6-BD76-4CF9-B5BE-6870E3D26D90}">
      <dsp:nvSpPr>
        <dsp:cNvPr id="0" name=""/>
        <dsp:cNvSpPr/>
      </dsp:nvSpPr>
      <dsp:spPr>
        <a:xfrm rot="5400000">
          <a:off x="1540248" y="1408798"/>
          <a:ext cx="209005" cy="2508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000" kern="1200"/>
        </a:p>
      </dsp:txBody>
      <dsp:txXfrm rot="-5400000">
        <a:off x="1569509" y="1429699"/>
        <a:ext cx="150484" cy="146304"/>
      </dsp:txXfrm>
    </dsp:sp>
    <dsp:sp modelId="{BBDF2B29-1290-43B5-9EBD-CC020BB1EB8E}">
      <dsp:nvSpPr>
        <dsp:cNvPr id="0" name=""/>
        <dsp:cNvSpPr/>
      </dsp:nvSpPr>
      <dsp:spPr>
        <a:xfrm>
          <a:off x="779121" y="1673538"/>
          <a:ext cx="1731258" cy="5573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/>
            <a:t>Database</a:t>
          </a:r>
        </a:p>
      </dsp:txBody>
      <dsp:txXfrm>
        <a:off x="795445" y="1689862"/>
        <a:ext cx="1698610" cy="524698"/>
      </dsp:txXfrm>
    </dsp:sp>
    <dsp:sp modelId="{A0137784-C9B8-4B30-A654-7F8650E2C4D3}">
      <dsp:nvSpPr>
        <dsp:cNvPr id="0" name=""/>
        <dsp:cNvSpPr/>
      </dsp:nvSpPr>
      <dsp:spPr>
        <a:xfrm rot="5400000">
          <a:off x="1540248" y="2244819"/>
          <a:ext cx="209005" cy="2508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000" kern="1200"/>
        </a:p>
      </dsp:txBody>
      <dsp:txXfrm rot="-5400000">
        <a:off x="1569509" y="2265720"/>
        <a:ext cx="150484" cy="146304"/>
      </dsp:txXfrm>
    </dsp:sp>
    <dsp:sp modelId="{549B8894-EC11-42AA-8EC1-47944E29BBDC}">
      <dsp:nvSpPr>
        <dsp:cNvPr id="0" name=""/>
        <dsp:cNvSpPr/>
      </dsp:nvSpPr>
      <dsp:spPr>
        <a:xfrm>
          <a:off x="779121" y="2509558"/>
          <a:ext cx="1731258" cy="5573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/>
            <a:t>Admin Roles</a:t>
          </a:r>
        </a:p>
      </dsp:txBody>
      <dsp:txXfrm>
        <a:off x="795445" y="2525882"/>
        <a:ext cx="1698610" cy="5246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CB8E5-BF93-4173-97D4-E7F0B80772DF}">
      <dsp:nvSpPr>
        <dsp:cNvPr id="0" name=""/>
        <dsp:cNvSpPr/>
      </dsp:nvSpPr>
      <dsp:spPr>
        <a:xfrm>
          <a:off x="779121" y="1498"/>
          <a:ext cx="1731258" cy="5573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/>
            <a:t>Student</a:t>
          </a:r>
        </a:p>
      </dsp:txBody>
      <dsp:txXfrm>
        <a:off x="795445" y="17822"/>
        <a:ext cx="1698610" cy="524698"/>
      </dsp:txXfrm>
    </dsp:sp>
    <dsp:sp modelId="{13C3E0B6-B270-452E-AD0A-8EECCA2D2993}">
      <dsp:nvSpPr>
        <dsp:cNvPr id="0" name=""/>
        <dsp:cNvSpPr/>
      </dsp:nvSpPr>
      <dsp:spPr>
        <a:xfrm rot="5400000">
          <a:off x="1540248" y="572778"/>
          <a:ext cx="209005" cy="2508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000" kern="1200"/>
        </a:p>
      </dsp:txBody>
      <dsp:txXfrm rot="-5400000">
        <a:off x="1569509" y="593679"/>
        <a:ext cx="150484" cy="146304"/>
      </dsp:txXfrm>
    </dsp:sp>
    <dsp:sp modelId="{460FB7B5-5FA7-4E44-8382-81E9EAE577BD}">
      <dsp:nvSpPr>
        <dsp:cNvPr id="0" name=""/>
        <dsp:cNvSpPr/>
      </dsp:nvSpPr>
      <dsp:spPr>
        <a:xfrm>
          <a:off x="779121" y="837518"/>
          <a:ext cx="1731258" cy="5573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/>
            <a:t>Web Application</a:t>
          </a:r>
        </a:p>
      </dsp:txBody>
      <dsp:txXfrm>
        <a:off x="795445" y="853842"/>
        <a:ext cx="1698610" cy="524698"/>
      </dsp:txXfrm>
    </dsp:sp>
    <dsp:sp modelId="{E3F1D9B6-BD76-4CF9-B5BE-6870E3D26D90}">
      <dsp:nvSpPr>
        <dsp:cNvPr id="0" name=""/>
        <dsp:cNvSpPr/>
      </dsp:nvSpPr>
      <dsp:spPr>
        <a:xfrm rot="5400000">
          <a:off x="1540248" y="1408798"/>
          <a:ext cx="209005" cy="2508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3379271"/>
                <a:satOff val="-8710"/>
                <a:lumOff val="-5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379271"/>
                <a:satOff val="-8710"/>
                <a:lumOff val="-5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379271"/>
                <a:satOff val="-8710"/>
                <a:lumOff val="-5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000" kern="1200"/>
        </a:p>
      </dsp:txBody>
      <dsp:txXfrm rot="-5400000">
        <a:off x="1569509" y="1429699"/>
        <a:ext cx="150484" cy="146304"/>
      </dsp:txXfrm>
    </dsp:sp>
    <dsp:sp modelId="{BBDF2B29-1290-43B5-9EBD-CC020BB1EB8E}">
      <dsp:nvSpPr>
        <dsp:cNvPr id="0" name=""/>
        <dsp:cNvSpPr/>
      </dsp:nvSpPr>
      <dsp:spPr>
        <a:xfrm>
          <a:off x="779121" y="1673538"/>
          <a:ext cx="1731258" cy="5573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/>
            <a:t>Database</a:t>
          </a:r>
        </a:p>
      </dsp:txBody>
      <dsp:txXfrm>
        <a:off x="795445" y="1689862"/>
        <a:ext cx="1698610" cy="524698"/>
      </dsp:txXfrm>
    </dsp:sp>
    <dsp:sp modelId="{A0137784-C9B8-4B30-A654-7F8650E2C4D3}">
      <dsp:nvSpPr>
        <dsp:cNvPr id="0" name=""/>
        <dsp:cNvSpPr/>
      </dsp:nvSpPr>
      <dsp:spPr>
        <a:xfrm rot="5400000">
          <a:off x="1540248" y="2244819"/>
          <a:ext cx="209005" cy="25080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1000" kern="1200"/>
        </a:p>
      </dsp:txBody>
      <dsp:txXfrm rot="-5400000">
        <a:off x="1569509" y="2265720"/>
        <a:ext cx="150484" cy="146304"/>
      </dsp:txXfrm>
    </dsp:sp>
    <dsp:sp modelId="{549B8894-EC11-42AA-8EC1-47944E29BBDC}">
      <dsp:nvSpPr>
        <dsp:cNvPr id="0" name=""/>
        <dsp:cNvSpPr/>
      </dsp:nvSpPr>
      <dsp:spPr>
        <a:xfrm>
          <a:off x="779121" y="2509558"/>
          <a:ext cx="1731258" cy="55734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/>
            <a:t>Admin Roles</a:t>
          </a:r>
        </a:p>
      </dsp:txBody>
      <dsp:txXfrm>
        <a:off x="795445" y="2525882"/>
        <a:ext cx="1698610" cy="5246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3216F7-9FCE-4071-8B0E-5EA07A92C27E}">
      <dsp:nvSpPr>
        <dsp:cNvPr id="0" name=""/>
        <dsp:cNvSpPr/>
      </dsp:nvSpPr>
      <dsp:spPr>
        <a:xfrm rot="10800000">
          <a:off x="4598" y="955691"/>
          <a:ext cx="2341753" cy="1543747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134" tIns="99134" rIns="99134" bIns="99134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Buy coupons
Apply for seats
Report issues</a:t>
          </a:r>
          <a:endParaRPr lang="en-SG" sz="1800" kern="1200" dirty="0"/>
        </a:p>
      </dsp:txBody>
      <dsp:txXfrm rot="10800000">
        <a:off x="72420" y="955691"/>
        <a:ext cx="2206109" cy="1475925"/>
      </dsp:txXfrm>
    </dsp:sp>
    <dsp:sp modelId="{96881CCF-F840-4BE2-916B-AD6E24A18377}">
      <dsp:nvSpPr>
        <dsp:cNvPr id="0" name=""/>
        <dsp:cNvSpPr/>
      </dsp:nvSpPr>
      <dsp:spPr>
        <a:xfrm>
          <a:off x="4598" y="274240"/>
          <a:ext cx="2341753" cy="702526"/>
        </a:xfrm>
        <a:prstGeom prst="round2SameRect">
          <a:avLst>
            <a:gd name="adj1" fmla="val 45000"/>
            <a:gd name="adj2" fmla="val 0"/>
          </a:avLst>
        </a:prstGeom>
        <a:solidFill>
          <a:schemeClr val="accent2">
            <a:lumMod val="5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5051" tIns="185051" rIns="185051" bIns="1850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 dirty="0"/>
            <a:t>User Panel</a:t>
          </a:r>
        </a:p>
      </dsp:txBody>
      <dsp:txXfrm>
        <a:off x="97191" y="366833"/>
        <a:ext cx="2156567" cy="609933"/>
      </dsp:txXfrm>
    </dsp:sp>
    <dsp:sp modelId="{A1A90C3C-2FA6-45A4-8E70-541989587584}">
      <dsp:nvSpPr>
        <dsp:cNvPr id="0" name=""/>
        <dsp:cNvSpPr/>
      </dsp:nvSpPr>
      <dsp:spPr>
        <a:xfrm rot="10800000">
          <a:off x="2454247" y="955691"/>
          <a:ext cx="2341753" cy="1543747"/>
        </a:xfrm>
        <a:prstGeom prst="round2SameRect">
          <a:avLst>
            <a:gd name="adj1" fmla="val 15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134" tIns="99134" rIns="99134" bIns="99134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/>
            <a:t>Dining Management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/>
            <a:t>Inventory Manage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/>
            <a:t>Finance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kern="1200" dirty="0"/>
            <a:t>Hall Allotment</a:t>
          </a:r>
        </a:p>
      </dsp:txBody>
      <dsp:txXfrm rot="10800000">
        <a:off x="2522069" y="955691"/>
        <a:ext cx="2206109" cy="1475925"/>
      </dsp:txXfrm>
    </dsp:sp>
    <dsp:sp modelId="{F704679A-CC93-483E-A769-0A4F7DF13F1F}">
      <dsp:nvSpPr>
        <dsp:cNvPr id="0" name=""/>
        <dsp:cNvSpPr/>
      </dsp:nvSpPr>
      <dsp:spPr>
        <a:xfrm>
          <a:off x="2454247" y="274240"/>
          <a:ext cx="2341753" cy="702526"/>
        </a:xfrm>
        <a:prstGeom prst="round2SameRect">
          <a:avLst>
            <a:gd name="adj1" fmla="val 45000"/>
            <a:gd name="adj2" fmla="val 0"/>
          </a:avLst>
        </a:prstGeom>
        <a:solidFill>
          <a:srgbClr val="002060"/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5051" tIns="185051" rIns="185051" bIns="1850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kern="1200" dirty="0"/>
            <a:t>Admin Panel</a:t>
          </a:r>
        </a:p>
      </dsp:txBody>
      <dsp:txXfrm>
        <a:off x="2546840" y="366833"/>
        <a:ext cx="2156567" cy="6099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9CAADC-D52A-4E1B-87E1-B7784C324B93}">
      <dsp:nvSpPr>
        <dsp:cNvPr id="0" name=""/>
        <dsp:cNvSpPr/>
      </dsp:nvSpPr>
      <dsp:spPr>
        <a:xfrm>
          <a:off x="2758" y="338109"/>
          <a:ext cx="1658946" cy="66357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 dirty="0"/>
            <a:t>Student</a:t>
          </a:r>
        </a:p>
      </dsp:txBody>
      <dsp:txXfrm>
        <a:off x="2758" y="338109"/>
        <a:ext cx="1658946" cy="663578"/>
      </dsp:txXfrm>
    </dsp:sp>
    <dsp:sp modelId="{8AC271DA-8DF7-4D0E-8A71-EA21CD3EA170}">
      <dsp:nvSpPr>
        <dsp:cNvPr id="0" name=""/>
        <dsp:cNvSpPr/>
      </dsp:nvSpPr>
      <dsp:spPr>
        <a:xfrm>
          <a:off x="2758" y="1184515"/>
          <a:ext cx="1658946" cy="128404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800" kern="1200" dirty="0"/>
            <a:t>Coupons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800" kern="1200" dirty="0"/>
            <a:t>Applications</a:t>
          </a:r>
        </a:p>
      </dsp:txBody>
      <dsp:txXfrm>
        <a:off x="2758" y="1184515"/>
        <a:ext cx="1658946" cy="1284040"/>
      </dsp:txXfrm>
    </dsp:sp>
    <dsp:sp modelId="{2E619E88-302E-416A-90C9-96F2704DA918}">
      <dsp:nvSpPr>
        <dsp:cNvPr id="0" name=""/>
        <dsp:cNvSpPr/>
      </dsp:nvSpPr>
      <dsp:spPr>
        <a:xfrm>
          <a:off x="1893957" y="338109"/>
          <a:ext cx="1658946" cy="66357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 dirty="0"/>
            <a:t>Dining Manager</a:t>
          </a:r>
        </a:p>
      </dsp:txBody>
      <dsp:txXfrm>
        <a:off x="1893957" y="338109"/>
        <a:ext cx="1658946" cy="663578"/>
      </dsp:txXfrm>
    </dsp:sp>
    <dsp:sp modelId="{A6903A5C-FEF8-4DA4-9009-96FEC7D0DF4B}">
      <dsp:nvSpPr>
        <dsp:cNvPr id="0" name=""/>
        <dsp:cNvSpPr/>
      </dsp:nvSpPr>
      <dsp:spPr>
        <a:xfrm>
          <a:off x="1893957" y="1184515"/>
          <a:ext cx="1658946" cy="128404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800" kern="1200" dirty="0"/>
            <a:t>Menu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800" kern="1200" dirty="0"/>
            <a:t>Meals</a:t>
          </a:r>
        </a:p>
      </dsp:txBody>
      <dsp:txXfrm>
        <a:off x="1893957" y="1184515"/>
        <a:ext cx="1658946" cy="1284040"/>
      </dsp:txXfrm>
    </dsp:sp>
    <dsp:sp modelId="{6C67ED01-E1E1-4AF1-A8BA-81DB661907A3}">
      <dsp:nvSpPr>
        <dsp:cNvPr id="0" name=""/>
        <dsp:cNvSpPr/>
      </dsp:nvSpPr>
      <dsp:spPr>
        <a:xfrm>
          <a:off x="3785156" y="338109"/>
          <a:ext cx="1658946" cy="66357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 dirty="0"/>
            <a:t>Provost</a:t>
          </a:r>
        </a:p>
      </dsp:txBody>
      <dsp:txXfrm>
        <a:off x="3785156" y="338109"/>
        <a:ext cx="1658946" cy="663578"/>
      </dsp:txXfrm>
    </dsp:sp>
    <dsp:sp modelId="{018E7F01-2A22-47C0-9F4B-0DF10C422D85}">
      <dsp:nvSpPr>
        <dsp:cNvPr id="0" name=""/>
        <dsp:cNvSpPr/>
      </dsp:nvSpPr>
      <dsp:spPr>
        <a:xfrm>
          <a:off x="3785156" y="1184515"/>
          <a:ext cx="1658946" cy="128404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800" kern="1200" dirty="0"/>
            <a:t>Hall Manage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800" kern="1200" dirty="0"/>
            <a:t>Finance</a:t>
          </a:r>
        </a:p>
      </dsp:txBody>
      <dsp:txXfrm>
        <a:off x="3785156" y="1184515"/>
        <a:ext cx="1658946" cy="1284040"/>
      </dsp:txXfrm>
    </dsp:sp>
    <dsp:sp modelId="{CBB5A2F7-793C-4484-AB3D-6C698E953639}">
      <dsp:nvSpPr>
        <dsp:cNvPr id="0" name=""/>
        <dsp:cNvSpPr/>
      </dsp:nvSpPr>
      <dsp:spPr>
        <a:xfrm>
          <a:off x="5676354" y="338109"/>
          <a:ext cx="1658946" cy="663578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 dirty="0"/>
            <a:t>DSW</a:t>
          </a:r>
        </a:p>
      </dsp:txBody>
      <dsp:txXfrm>
        <a:off x="5676354" y="338109"/>
        <a:ext cx="1658946" cy="663578"/>
      </dsp:txXfrm>
    </dsp:sp>
    <dsp:sp modelId="{BCA5309F-36D3-429B-B2D1-14642A142705}">
      <dsp:nvSpPr>
        <dsp:cNvPr id="0" name=""/>
        <dsp:cNvSpPr/>
      </dsp:nvSpPr>
      <dsp:spPr>
        <a:xfrm>
          <a:off x="5676354" y="1184515"/>
          <a:ext cx="1658946" cy="128404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1800" kern="1200" dirty="0"/>
            <a:t>Hall Allotment</a:t>
          </a:r>
        </a:p>
      </dsp:txBody>
      <dsp:txXfrm>
        <a:off x="5676354" y="1184515"/>
        <a:ext cx="1658946" cy="12840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D51BD-1624-4840-81DE-37E6C4E1A841}">
      <dsp:nvSpPr>
        <dsp:cNvPr id="0" name=""/>
        <dsp:cNvSpPr/>
      </dsp:nvSpPr>
      <dsp:spPr>
        <a:xfrm>
          <a:off x="0" y="0"/>
          <a:ext cx="2827020" cy="24663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596" tIns="330200" rIns="149596" bIns="3302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 dirty="0"/>
            <a:t>Authentication</a:t>
          </a:r>
        </a:p>
      </dsp:txBody>
      <dsp:txXfrm>
        <a:off x="0" y="1183862"/>
        <a:ext cx="2827020" cy="1282517"/>
      </dsp:txXfrm>
    </dsp:sp>
    <dsp:sp modelId="{2E1919AD-D0C0-4945-8EE7-438FFFA7B054}">
      <dsp:nvSpPr>
        <dsp:cNvPr id="0" name=""/>
        <dsp:cNvSpPr/>
      </dsp:nvSpPr>
      <dsp:spPr>
        <a:xfrm>
          <a:off x="920234" y="184978"/>
          <a:ext cx="986552" cy="986552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205" tIns="12700" rIns="52205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800" kern="1200"/>
            <a:t>1</a:t>
          </a:r>
        </a:p>
      </dsp:txBody>
      <dsp:txXfrm>
        <a:off x="1064711" y="329455"/>
        <a:ext cx="697598" cy="6975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D51BD-1624-4840-81DE-37E6C4E1A841}">
      <dsp:nvSpPr>
        <dsp:cNvPr id="0" name=""/>
        <dsp:cNvSpPr/>
      </dsp:nvSpPr>
      <dsp:spPr>
        <a:xfrm>
          <a:off x="0" y="218354"/>
          <a:ext cx="1494050" cy="162317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113" tIns="330200" rIns="194113" bIns="3302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Authentication</a:t>
          </a:r>
        </a:p>
      </dsp:txBody>
      <dsp:txXfrm>
        <a:off x="0" y="997477"/>
        <a:ext cx="1494050" cy="844049"/>
      </dsp:txXfrm>
    </dsp:sp>
    <dsp:sp modelId="{2E1919AD-D0C0-4945-8EE7-438FFFA7B054}">
      <dsp:nvSpPr>
        <dsp:cNvPr id="0" name=""/>
        <dsp:cNvSpPr/>
      </dsp:nvSpPr>
      <dsp:spPr>
        <a:xfrm>
          <a:off x="357333" y="50044"/>
          <a:ext cx="677227" cy="649268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173" tIns="12700" rIns="63173" bIns="127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1</a:t>
          </a:r>
        </a:p>
      </dsp:txBody>
      <dsp:txXfrm>
        <a:off x="456511" y="145127"/>
        <a:ext cx="478871" cy="459102"/>
      </dsp:txXfrm>
    </dsp:sp>
    <dsp:sp modelId="{6F718AB4-E739-4400-B47A-FBC5D6B785A0}">
      <dsp:nvSpPr>
        <dsp:cNvPr id="0" name=""/>
        <dsp:cNvSpPr/>
      </dsp:nvSpPr>
      <dsp:spPr>
        <a:xfrm>
          <a:off x="1862363" y="0"/>
          <a:ext cx="3668270" cy="29845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4113" tIns="330200" rIns="194113" bIns="3302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 dirty="0"/>
            <a:t>Authorization</a:t>
          </a:r>
        </a:p>
      </dsp:txBody>
      <dsp:txXfrm>
        <a:off x="1862363" y="1432579"/>
        <a:ext cx="3668270" cy="1551960"/>
      </dsp:txXfrm>
    </dsp:sp>
    <dsp:sp modelId="{E1DA6176-E1ED-460C-98A5-BFEA9295457D}">
      <dsp:nvSpPr>
        <dsp:cNvPr id="0" name=""/>
        <dsp:cNvSpPr/>
      </dsp:nvSpPr>
      <dsp:spPr>
        <a:xfrm>
          <a:off x="3099590" y="223840"/>
          <a:ext cx="1193816" cy="1193816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173" tIns="12700" rIns="63173" bIns="127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100" kern="1200"/>
            <a:t>2</a:t>
          </a:r>
        </a:p>
      </dsp:txBody>
      <dsp:txXfrm>
        <a:off x="3274420" y="398670"/>
        <a:ext cx="844156" cy="84415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D51BD-1624-4840-81DE-37E6C4E1A841}">
      <dsp:nvSpPr>
        <dsp:cNvPr id="0" name=""/>
        <dsp:cNvSpPr/>
      </dsp:nvSpPr>
      <dsp:spPr>
        <a:xfrm>
          <a:off x="0" y="134964"/>
          <a:ext cx="1512808" cy="18951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39" tIns="330200" rIns="123739" bIns="3302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Authentication</a:t>
          </a:r>
        </a:p>
      </dsp:txBody>
      <dsp:txXfrm>
        <a:off x="0" y="1044630"/>
        <a:ext cx="1512808" cy="985471"/>
      </dsp:txXfrm>
    </dsp:sp>
    <dsp:sp modelId="{2E1919AD-D0C0-4945-8EE7-438FFFA7B054}">
      <dsp:nvSpPr>
        <dsp:cNvPr id="0" name=""/>
        <dsp:cNvSpPr/>
      </dsp:nvSpPr>
      <dsp:spPr>
        <a:xfrm>
          <a:off x="300123" y="0"/>
          <a:ext cx="914009" cy="758054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011" tIns="12700" rIns="63011" bIns="127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600" kern="1200"/>
            <a:t>1</a:t>
          </a:r>
        </a:p>
      </dsp:txBody>
      <dsp:txXfrm>
        <a:off x="433977" y="111014"/>
        <a:ext cx="646301" cy="536026"/>
      </dsp:txXfrm>
    </dsp:sp>
    <dsp:sp modelId="{6F718AB4-E739-4400-B47A-FBC5D6B785A0}">
      <dsp:nvSpPr>
        <dsp:cNvPr id="0" name=""/>
        <dsp:cNvSpPr/>
      </dsp:nvSpPr>
      <dsp:spPr>
        <a:xfrm>
          <a:off x="1747369" y="101265"/>
          <a:ext cx="1512808" cy="18951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39" tIns="330200" rIns="123739" bIns="3302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Authorization</a:t>
          </a:r>
        </a:p>
      </dsp:txBody>
      <dsp:txXfrm>
        <a:off x="1747369" y="1010931"/>
        <a:ext cx="1512808" cy="985471"/>
      </dsp:txXfrm>
    </dsp:sp>
    <dsp:sp modelId="{E1DA6176-E1ED-460C-98A5-BFEA9295457D}">
      <dsp:nvSpPr>
        <dsp:cNvPr id="0" name=""/>
        <dsp:cNvSpPr/>
      </dsp:nvSpPr>
      <dsp:spPr>
        <a:xfrm>
          <a:off x="2046769" y="0"/>
          <a:ext cx="914009" cy="758054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011" tIns="12700" rIns="63011" bIns="127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600" kern="1200"/>
            <a:t>2</a:t>
          </a:r>
        </a:p>
      </dsp:txBody>
      <dsp:txXfrm>
        <a:off x="2180623" y="111014"/>
        <a:ext cx="646301" cy="536026"/>
      </dsp:txXfrm>
    </dsp:sp>
    <dsp:sp modelId="{E121F290-5A7E-463A-BFD3-2514E19BF368}">
      <dsp:nvSpPr>
        <dsp:cNvPr id="0" name=""/>
        <dsp:cNvSpPr/>
      </dsp:nvSpPr>
      <dsp:spPr>
        <a:xfrm>
          <a:off x="3494739" y="0"/>
          <a:ext cx="2338370" cy="29769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39" tIns="330200" rIns="123739" bIns="3302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 dirty="0"/>
            <a:t>Data Protection &amp; Security</a:t>
          </a:r>
        </a:p>
      </dsp:txBody>
      <dsp:txXfrm>
        <a:off x="3494739" y="1428921"/>
        <a:ext cx="2338370" cy="1547998"/>
      </dsp:txXfrm>
    </dsp:sp>
    <dsp:sp modelId="{C692E368-092D-4AD7-B0C5-A6D475DA7C85}">
      <dsp:nvSpPr>
        <dsp:cNvPr id="0" name=""/>
        <dsp:cNvSpPr/>
      </dsp:nvSpPr>
      <dsp:spPr>
        <a:xfrm>
          <a:off x="4067817" y="223268"/>
          <a:ext cx="1190768" cy="1190768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011" tIns="12700" rIns="63011" bIns="1270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600" kern="1200"/>
            <a:t>3</a:t>
          </a:r>
          <a:endParaRPr lang="en-SG" sz="3600" kern="1200" dirty="0"/>
        </a:p>
      </dsp:txBody>
      <dsp:txXfrm>
        <a:off x="4242201" y="397652"/>
        <a:ext cx="842000" cy="842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D51BD-1624-4840-81DE-37E6C4E1A841}">
      <dsp:nvSpPr>
        <dsp:cNvPr id="0" name=""/>
        <dsp:cNvSpPr/>
      </dsp:nvSpPr>
      <dsp:spPr>
        <a:xfrm>
          <a:off x="0" y="346770"/>
          <a:ext cx="1347997" cy="16477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32" tIns="330200" rIns="71332" bIns="3302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Authentication</a:t>
          </a:r>
        </a:p>
      </dsp:txBody>
      <dsp:txXfrm>
        <a:off x="0" y="1137681"/>
        <a:ext cx="1347997" cy="856819"/>
      </dsp:txXfrm>
    </dsp:sp>
    <dsp:sp modelId="{2E1919AD-D0C0-4945-8EE7-438FFFA7B054}">
      <dsp:nvSpPr>
        <dsp:cNvPr id="0" name=""/>
        <dsp:cNvSpPr/>
      </dsp:nvSpPr>
      <dsp:spPr>
        <a:xfrm>
          <a:off x="494832" y="395107"/>
          <a:ext cx="362791" cy="659092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98" tIns="12700" rIns="19198" bIns="127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100" kern="1200"/>
            <a:t>1</a:t>
          </a:r>
        </a:p>
      </dsp:txBody>
      <dsp:txXfrm>
        <a:off x="547962" y="491629"/>
        <a:ext cx="256531" cy="466048"/>
      </dsp:txXfrm>
    </dsp:sp>
    <dsp:sp modelId="{6F718AB4-E739-4400-B47A-FBC5D6B785A0}">
      <dsp:nvSpPr>
        <dsp:cNvPr id="0" name=""/>
        <dsp:cNvSpPr/>
      </dsp:nvSpPr>
      <dsp:spPr>
        <a:xfrm>
          <a:off x="1485027" y="325407"/>
          <a:ext cx="1347997" cy="16477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32" tIns="330200" rIns="71332" bIns="3302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Authorization</a:t>
          </a:r>
        </a:p>
      </dsp:txBody>
      <dsp:txXfrm>
        <a:off x="1485027" y="1116318"/>
        <a:ext cx="1347997" cy="856819"/>
      </dsp:txXfrm>
    </dsp:sp>
    <dsp:sp modelId="{E1DA6176-E1ED-460C-98A5-BFEA9295457D}">
      <dsp:nvSpPr>
        <dsp:cNvPr id="0" name=""/>
        <dsp:cNvSpPr/>
      </dsp:nvSpPr>
      <dsp:spPr>
        <a:xfrm>
          <a:off x="1977630" y="395107"/>
          <a:ext cx="362791" cy="659092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98" tIns="12700" rIns="19198" bIns="127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100" kern="1200"/>
            <a:t>2</a:t>
          </a:r>
        </a:p>
      </dsp:txBody>
      <dsp:txXfrm>
        <a:off x="2030760" y="491629"/>
        <a:ext cx="256531" cy="466048"/>
      </dsp:txXfrm>
    </dsp:sp>
    <dsp:sp modelId="{E121F290-5A7E-463A-BFD3-2514E19BF368}">
      <dsp:nvSpPr>
        <dsp:cNvPr id="0" name=""/>
        <dsp:cNvSpPr/>
      </dsp:nvSpPr>
      <dsp:spPr>
        <a:xfrm>
          <a:off x="2940366" y="330767"/>
          <a:ext cx="1347997" cy="16477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32" tIns="330200" rIns="71332" bIns="33020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Data Protection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400" kern="1200" dirty="0"/>
            <a:t>&amp; Security</a:t>
          </a:r>
        </a:p>
      </dsp:txBody>
      <dsp:txXfrm>
        <a:off x="2940366" y="1121677"/>
        <a:ext cx="1347997" cy="856819"/>
      </dsp:txXfrm>
    </dsp:sp>
    <dsp:sp modelId="{C692E368-092D-4AD7-B0C5-A6D475DA7C85}">
      <dsp:nvSpPr>
        <dsp:cNvPr id="0" name=""/>
        <dsp:cNvSpPr/>
      </dsp:nvSpPr>
      <dsp:spPr>
        <a:xfrm>
          <a:off x="3406458" y="381949"/>
          <a:ext cx="362791" cy="659092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98" tIns="12700" rIns="19198" bIns="127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100" kern="1200"/>
            <a:t>3</a:t>
          </a:r>
          <a:endParaRPr lang="en-SG" sz="3100" kern="1200" dirty="0"/>
        </a:p>
      </dsp:txBody>
      <dsp:txXfrm>
        <a:off x="3459588" y="478471"/>
        <a:ext cx="256531" cy="466048"/>
      </dsp:txXfrm>
    </dsp:sp>
    <dsp:sp modelId="{981BD6FE-12DA-4E4A-8275-8B0777494412}">
      <dsp:nvSpPr>
        <dsp:cNvPr id="0" name=""/>
        <dsp:cNvSpPr/>
      </dsp:nvSpPr>
      <dsp:spPr>
        <a:xfrm>
          <a:off x="4450622" y="325407"/>
          <a:ext cx="2264177" cy="27813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332" tIns="330200" rIns="71332" bIns="3302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500" kern="1200" dirty="0"/>
            <a:t>Payment &amp; APIs</a:t>
          </a:r>
        </a:p>
      </dsp:txBody>
      <dsp:txXfrm>
        <a:off x="4450622" y="1660455"/>
        <a:ext cx="2264177" cy="1446302"/>
      </dsp:txXfrm>
    </dsp:sp>
    <dsp:sp modelId="{5E1A7FAA-BD73-4EA0-9BFA-5706283FCC33}">
      <dsp:nvSpPr>
        <dsp:cNvPr id="0" name=""/>
        <dsp:cNvSpPr/>
      </dsp:nvSpPr>
      <dsp:spPr>
        <a:xfrm>
          <a:off x="5205271" y="931884"/>
          <a:ext cx="754878" cy="719157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198" tIns="12700" rIns="19198" bIns="1270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100" kern="1200"/>
            <a:t>4</a:t>
          </a:r>
        </a:p>
      </dsp:txBody>
      <dsp:txXfrm>
        <a:off x="5315820" y="1037202"/>
        <a:ext cx="533780" cy="50852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D51BD-1624-4840-81DE-37E6C4E1A841}">
      <dsp:nvSpPr>
        <dsp:cNvPr id="0" name=""/>
        <dsp:cNvSpPr/>
      </dsp:nvSpPr>
      <dsp:spPr>
        <a:xfrm>
          <a:off x="0" y="658830"/>
          <a:ext cx="1479948" cy="2071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14" tIns="330200" rIns="78314" bIns="3302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 dirty="0"/>
            <a:t>Authentication</a:t>
          </a:r>
        </a:p>
      </dsp:txBody>
      <dsp:txXfrm>
        <a:off x="0" y="1653355"/>
        <a:ext cx="1479948" cy="1077402"/>
      </dsp:txXfrm>
    </dsp:sp>
    <dsp:sp modelId="{2E1919AD-D0C0-4945-8EE7-438FFFA7B054}">
      <dsp:nvSpPr>
        <dsp:cNvPr id="0" name=""/>
        <dsp:cNvSpPr/>
      </dsp:nvSpPr>
      <dsp:spPr>
        <a:xfrm>
          <a:off x="328322" y="790770"/>
          <a:ext cx="828771" cy="828771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56" tIns="12700" rIns="43856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1</a:t>
          </a:r>
        </a:p>
      </dsp:txBody>
      <dsp:txXfrm>
        <a:off x="449693" y="912141"/>
        <a:ext cx="586029" cy="586029"/>
      </dsp:txXfrm>
    </dsp:sp>
    <dsp:sp modelId="{6F718AB4-E739-4400-B47A-FBC5D6B785A0}">
      <dsp:nvSpPr>
        <dsp:cNvPr id="0" name=""/>
        <dsp:cNvSpPr/>
      </dsp:nvSpPr>
      <dsp:spPr>
        <a:xfrm>
          <a:off x="1630677" y="635375"/>
          <a:ext cx="1479948" cy="2071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14" tIns="330200" rIns="78314" bIns="3302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 dirty="0"/>
            <a:t>Authorization</a:t>
          </a:r>
        </a:p>
      </dsp:txBody>
      <dsp:txXfrm>
        <a:off x="1630677" y="1629901"/>
        <a:ext cx="1479948" cy="1077402"/>
      </dsp:txXfrm>
    </dsp:sp>
    <dsp:sp modelId="{E1DA6176-E1ED-460C-98A5-BFEA9295457D}">
      <dsp:nvSpPr>
        <dsp:cNvPr id="0" name=""/>
        <dsp:cNvSpPr/>
      </dsp:nvSpPr>
      <dsp:spPr>
        <a:xfrm>
          <a:off x="1956265" y="790770"/>
          <a:ext cx="828771" cy="828771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56" tIns="12700" rIns="43856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2</a:t>
          </a:r>
        </a:p>
      </dsp:txBody>
      <dsp:txXfrm>
        <a:off x="2077636" y="912141"/>
        <a:ext cx="586029" cy="586029"/>
      </dsp:txXfrm>
    </dsp:sp>
    <dsp:sp modelId="{E121F290-5A7E-463A-BFD3-2514E19BF368}">
      <dsp:nvSpPr>
        <dsp:cNvPr id="0" name=""/>
        <dsp:cNvSpPr/>
      </dsp:nvSpPr>
      <dsp:spPr>
        <a:xfrm>
          <a:off x="3260322" y="632848"/>
          <a:ext cx="1479948" cy="2071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14" tIns="330200" rIns="78314" bIns="3302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 dirty="0"/>
            <a:t>Data Protection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 dirty="0"/>
            <a:t>&amp; Security</a:t>
          </a:r>
        </a:p>
      </dsp:txBody>
      <dsp:txXfrm>
        <a:off x="3260322" y="1627373"/>
        <a:ext cx="1479948" cy="1077402"/>
      </dsp:txXfrm>
    </dsp:sp>
    <dsp:sp modelId="{C692E368-092D-4AD7-B0C5-A6D475DA7C85}">
      <dsp:nvSpPr>
        <dsp:cNvPr id="0" name=""/>
        <dsp:cNvSpPr/>
      </dsp:nvSpPr>
      <dsp:spPr>
        <a:xfrm>
          <a:off x="3492754" y="767912"/>
          <a:ext cx="828771" cy="828771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56" tIns="12700" rIns="43856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3</a:t>
          </a:r>
          <a:endParaRPr lang="en-SG" sz="4000" kern="1200" dirty="0"/>
        </a:p>
      </dsp:txBody>
      <dsp:txXfrm>
        <a:off x="3614125" y="889283"/>
        <a:ext cx="586029" cy="586029"/>
      </dsp:txXfrm>
    </dsp:sp>
    <dsp:sp modelId="{981BD6FE-12DA-4E4A-8275-8B0777494412}">
      <dsp:nvSpPr>
        <dsp:cNvPr id="0" name=""/>
        <dsp:cNvSpPr/>
      </dsp:nvSpPr>
      <dsp:spPr>
        <a:xfrm>
          <a:off x="4886564" y="635375"/>
          <a:ext cx="1479948" cy="2071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14" tIns="330200" rIns="78314" bIns="3302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 dirty="0"/>
            <a:t>Payment &amp; APIs</a:t>
          </a:r>
        </a:p>
      </dsp:txBody>
      <dsp:txXfrm>
        <a:off x="4886564" y="1629901"/>
        <a:ext cx="1479948" cy="1077402"/>
      </dsp:txXfrm>
    </dsp:sp>
    <dsp:sp modelId="{5E1A7FAA-BD73-4EA0-9BFA-5706283FCC33}">
      <dsp:nvSpPr>
        <dsp:cNvPr id="0" name=""/>
        <dsp:cNvSpPr/>
      </dsp:nvSpPr>
      <dsp:spPr>
        <a:xfrm>
          <a:off x="5212152" y="790770"/>
          <a:ext cx="828771" cy="828771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56" tIns="12700" rIns="43856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4</a:t>
          </a:r>
        </a:p>
      </dsp:txBody>
      <dsp:txXfrm>
        <a:off x="5333523" y="912141"/>
        <a:ext cx="586029" cy="586029"/>
      </dsp:txXfrm>
    </dsp:sp>
    <dsp:sp modelId="{32F0DCB6-254E-4594-AEB4-0736ADC3DB5F}">
      <dsp:nvSpPr>
        <dsp:cNvPr id="0" name=""/>
        <dsp:cNvSpPr/>
      </dsp:nvSpPr>
      <dsp:spPr>
        <a:xfrm>
          <a:off x="6514507" y="635375"/>
          <a:ext cx="1479948" cy="2071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14" tIns="330200" rIns="78314" bIns="3302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 dirty="0"/>
            <a:t>Others</a:t>
          </a:r>
        </a:p>
      </dsp:txBody>
      <dsp:txXfrm>
        <a:off x="6514507" y="1629901"/>
        <a:ext cx="1479948" cy="1077402"/>
      </dsp:txXfrm>
    </dsp:sp>
    <dsp:sp modelId="{E1F5EC3D-80A7-4D00-85FE-380C3B57B08E}">
      <dsp:nvSpPr>
        <dsp:cNvPr id="0" name=""/>
        <dsp:cNvSpPr/>
      </dsp:nvSpPr>
      <dsp:spPr>
        <a:xfrm>
          <a:off x="6840096" y="790770"/>
          <a:ext cx="828771" cy="828771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56" tIns="12700" rIns="43856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5</a:t>
          </a:r>
        </a:p>
      </dsp:txBody>
      <dsp:txXfrm>
        <a:off x="6961467" y="912141"/>
        <a:ext cx="586029" cy="58602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CD51BD-1624-4840-81DE-37E6C4E1A841}">
      <dsp:nvSpPr>
        <dsp:cNvPr id="0" name=""/>
        <dsp:cNvSpPr/>
      </dsp:nvSpPr>
      <dsp:spPr>
        <a:xfrm>
          <a:off x="0" y="658830"/>
          <a:ext cx="1479948" cy="2071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14" tIns="330200" rIns="78314" bIns="3302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 dirty="0"/>
            <a:t>Authentication</a:t>
          </a:r>
        </a:p>
      </dsp:txBody>
      <dsp:txXfrm>
        <a:off x="0" y="1653355"/>
        <a:ext cx="1479948" cy="1077402"/>
      </dsp:txXfrm>
    </dsp:sp>
    <dsp:sp modelId="{2E1919AD-D0C0-4945-8EE7-438FFFA7B054}">
      <dsp:nvSpPr>
        <dsp:cNvPr id="0" name=""/>
        <dsp:cNvSpPr/>
      </dsp:nvSpPr>
      <dsp:spPr>
        <a:xfrm>
          <a:off x="328322" y="790770"/>
          <a:ext cx="828771" cy="828771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56" tIns="12700" rIns="43856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4000" kern="1200"/>
            <a:t>1</a:t>
          </a:r>
        </a:p>
      </dsp:txBody>
      <dsp:txXfrm>
        <a:off x="449693" y="912141"/>
        <a:ext cx="586029" cy="586029"/>
      </dsp:txXfrm>
    </dsp:sp>
    <dsp:sp modelId="{6F718AB4-E739-4400-B47A-FBC5D6B785A0}">
      <dsp:nvSpPr>
        <dsp:cNvPr id="0" name=""/>
        <dsp:cNvSpPr/>
      </dsp:nvSpPr>
      <dsp:spPr>
        <a:xfrm>
          <a:off x="1630677" y="635375"/>
          <a:ext cx="1479948" cy="2071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14" tIns="330200" rIns="78314" bIns="3302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 dirty="0"/>
            <a:t>Authorization</a:t>
          </a:r>
        </a:p>
      </dsp:txBody>
      <dsp:txXfrm>
        <a:off x="1630677" y="1629901"/>
        <a:ext cx="1479948" cy="1077402"/>
      </dsp:txXfrm>
    </dsp:sp>
    <dsp:sp modelId="{E1DA6176-E1ED-460C-98A5-BFEA9295457D}">
      <dsp:nvSpPr>
        <dsp:cNvPr id="0" name=""/>
        <dsp:cNvSpPr/>
      </dsp:nvSpPr>
      <dsp:spPr>
        <a:xfrm>
          <a:off x="1956265" y="790770"/>
          <a:ext cx="828771" cy="828771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56" tIns="12700" rIns="43856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2</a:t>
          </a:r>
        </a:p>
      </dsp:txBody>
      <dsp:txXfrm>
        <a:off x="2077636" y="912141"/>
        <a:ext cx="586029" cy="586029"/>
      </dsp:txXfrm>
    </dsp:sp>
    <dsp:sp modelId="{E121F290-5A7E-463A-BFD3-2514E19BF368}">
      <dsp:nvSpPr>
        <dsp:cNvPr id="0" name=""/>
        <dsp:cNvSpPr/>
      </dsp:nvSpPr>
      <dsp:spPr>
        <a:xfrm>
          <a:off x="3260322" y="632848"/>
          <a:ext cx="1479948" cy="2071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14" tIns="330200" rIns="78314" bIns="3302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 dirty="0"/>
            <a:t>Data Protection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 dirty="0"/>
            <a:t>&amp; Security</a:t>
          </a:r>
        </a:p>
      </dsp:txBody>
      <dsp:txXfrm>
        <a:off x="3260322" y="1627373"/>
        <a:ext cx="1479948" cy="1077402"/>
      </dsp:txXfrm>
    </dsp:sp>
    <dsp:sp modelId="{C692E368-092D-4AD7-B0C5-A6D475DA7C85}">
      <dsp:nvSpPr>
        <dsp:cNvPr id="0" name=""/>
        <dsp:cNvSpPr/>
      </dsp:nvSpPr>
      <dsp:spPr>
        <a:xfrm>
          <a:off x="3492754" y="767912"/>
          <a:ext cx="828771" cy="828771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56" tIns="12700" rIns="43856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3</a:t>
          </a:r>
          <a:endParaRPr lang="en-SG" sz="4000" kern="1200" dirty="0"/>
        </a:p>
      </dsp:txBody>
      <dsp:txXfrm>
        <a:off x="3614125" y="889283"/>
        <a:ext cx="586029" cy="586029"/>
      </dsp:txXfrm>
    </dsp:sp>
    <dsp:sp modelId="{981BD6FE-12DA-4E4A-8275-8B0777494412}">
      <dsp:nvSpPr>
        <dsp:cNvPr id="0" name=""/>
        <dsp:cNvSpPr/>
      </dsp:nvSpPr>
      <dsp:spPr>
        <a:xfrm>
          <a:off x="4886564" y="635375"/>
          <a:ext cx="1479948" cy="2071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14" tIns="330200" rIns="78314" bIns="3302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 dirty="0"/>
            <a:t>Payment &amp; APIs</a:t>
          </a:r>
        </a:p>
      </dsp:txBody>
      <dsp:txXfrm>
        <a:off x="4886564" y="1629901"/>
        <a:ext cx="1479948" cy="1077402"/>
      </dsp:txXfrm>
    </dsp:sp>
    <dsp:sp modelId="{5E1A7FAA-BD73-4EA0-9BFA-5706283FCC33}">
      <dsp:nvSpPr>
        <dsp:cNvPr id="0" name=""/>
        <dsp:cNvSpPr/>
      </dsp:nvSpPr>
      <dsp:spPr>
        <a:xfrm>
          <a:off x="5212152" y="790770"/>
          <a:ext cx="828771" cy="828771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56" tIns="12700" rIns="43856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4</a:t>
          </a:r>
        </a:p>
      </dsp:txBody>
      <dsp:txXfrm>
        <a:off x="5333523" y="912141"/>
        <a:ext cx="586029" cy="586029"/>
      </dsp:txXfrm>
    </dsp:sp>
    <dsp:sp modelId="{32F0DCB6-254E-4594-AEB4-0736ADC3DB5F}">
      <dsp:nvSpPr>
        <dsp:cNvPr id="0" name=""/>
        <dsp:cNvSpPr/>
      </dsp:nvSpPr>
      <dsp:spPr>
        <a:xfrm>
          <a:off x="6514507" y="635375"/>
          <a:ext cx="1479948" cy="2071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314" tIns="330200" rIns="78314" bIns="33020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500" kern="1200" dirty="0"/>
            <a:t>Others</a:t>
          </a:r>
        </a:p>
      </dsp:txBody>
      <dsp:txXfrm>
        <a:off x="6514507" y="1629901"/>
        <a:ext cx="1479948" cy="1077402"/>
      </dsp:txXfrm>
    </dsp:sp>
    <dsp:sp modelId="{E1F5EC3D-80A7-4D00-85FE-380C3B57B08E}">
      <dsp:nvSpPr>
        <dsp:cNvPr id="0" name=""/>
        <dsp:cNvSpPr/>
      </dsp:nvSpPr>
      <dsp:spPr>
        <a:xfrm>
          <a:off x="6840096" y="790770"/>
          <a:ext cx="828771" cy="828771"/>
        </a:xfrm>
        <a:prstGeom prst="ellipse">
          <a:avLst/>
        </a:prstGeom>
        <a:solidFill>
          <a:srgbClr val="002060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56" tIns="12700" rIns="43856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000" kern="1200"/>
            <a:t>5</a:t>
          </a:r>
        </a:p>
      </dsp:txBody>
      <dsp:txXfrm>
        <a:off x="6961467" y="912141"/>
        <a:ext cx="586029" cy="58602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5D93A-2D92-4FF0-B26D-29981B07515B}">
      <dsp:nvSpPr>
        <dsp:cNvPr id="0" name=""/>
        <dsp:cNvSpPr/>
      </dsp:nvSpPr>
      <dsp:spPr>
        <a:xfrm>
          <a:off x="1090976" y="569"/>
          <a:ext cx="2976785" cy="193491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4500" kern="1200" dirty="0"/>
            <a:t>Functional Testing</a:t>
          </a:r>
        </a:p>
      </dsp:txBody>
      <dsp:txXfrm>
        <a:off x="1185431" y="95024"/>
        <a:ext cx="2787875" cy="1746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5D93A-2D92-4FF0-B26D-29981B07515B}">
      <dsp:nvSpPr>
        <dsp:cNvPr id="0" name=""/>
        <dsp:cNvSpPr/>
      </dsp:nvSpPr>
      <dsp:spPr>
        <a:xfrm>
          <a:off x="122327" y="783581"/>
          <a:ext cx="2256718" cy="146686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400" kern="1200" dirty="0"/>
            <a:t>Functional Testing</a:t>
          </a:r>
        </a:p>
      </dsp:txBody>
      <dsp:txXfrm>
        <a:off x="193933" y="855187"/>
        <a:ext cx="2113506" cy="1323654"/>
      </dsp:txXfrm>
    </dsp:sp>
    <dsp:sp modelId="{D66446EA-2AF2-48D8-A804-D00D22B35B1A}">
      <dsp:nvSpPr>
        <dsp:cNvPr id="0" name=""/>
        <dsp:cNvSpPr/>
      </dsp:nvSpPr>
      <dsp:spPr>
        <a:xfrm>
          <a:off x="1250686" y="272151"/>
          <a:ext cx="2489727" cy="2489727"/>
        </a:xfrm>
        <a:custGeom>
          <a:avLst/>
          <a:gdLst/>
          <a:ahLst/>
          <a:cxnLst/>
          <a:rect l="0" t="0" r="0" b="0"/>
          <a:pathLst>
            <a:path>
              <a:moveTo>
                <a:pt x="250983" y="495272"/>
              </a:moveTo>
              <a:arcTo wR="1244863" hR="1244863" stAng="13021432" swAng="6357136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9012AC-B6C2-41AF-A033-F8D501C920F0}">
      <dsp:nvSpPr>
        <dsp:cNvPr id="0" name=""/>
        <dsp:cNvSpPr/>
      </dsp:nvSpPr>
      <dsp:spPr>
        <a:xfrm>
          <a:off x="2612054" y="783581"/>
          <a:ext cx="2256718" cy="1466866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3400" kern="1200" dirty="0"/>
            <a:t>U/I Testing</a:t>
          </a:r>
        </a:p>
      </dsp:txBody>
      <dsp:txXfrm>
        <a:off x="2683660" y="855187"/>
        <a:ext cx="2113506" cy="1323654"/>
      </dsp:txXfrm>
    </dsp:sp>
    <dsp:sp modelId="{3CD2713E-CF2B-4AC6-8E8B-9B37831214E2}">
      <dsp:nvSpPr>
        <dsp:cNvPr id="0" name=""/>
        <dsp:cNvSpPr/>
      </dsp:nvSpPr>
      <dsp:spPr>
        <a:xfrm>
          <a:off x="1250686" y="272151"/>
          <a:ext cx="2489727" cy="2489727"/>
        </a:xfrm>
        <a:custGeom>
          <a:avLst/>
          <a:gdLst/>
          <a:ahLst/>
          <a:cxnLst/>
          <a:rect l="0" t="0" r="0" b="0"/>
          <a:pathLst>
            <a:path>
              <a:moveTo>
                <a:pt x="2238744" y="1994455"/>
              </a:moveTo>
              <a:arcTo wR="1244863" hR="1244863" stAng="2221432" swAng="6357136"/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5D93A-2D92-4FF0-B26D-29981B07515B}">
      <dsp:nvSpPr>
        <dsp:cNvPr id="0" name=""/>
        <dsp:cNvSpPr/>
      </dsp:nvSpPr>
      <dsp:spPr>
        <a:xfrm>
          <a:off x="2170293" y="889"/>
          <a:ext cx="1785892" cy="11608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700" kern="1200" dirty="0"/>
            <a:t>Functional Testing</a:t>
          </a:r>
        </a:p>
      </dsp:txBody>
      <dsp:txXfrm>
        <a:off x="2226960" y="57556"/>
        <a:ext cx="1672558" cy="1047496"/>
      </dsp:txXfrm>
    </dsp:sp>
    <dsp:sp modelId="{D66446EA-2AF2-48D8-A804-D00D22B35B1A}">
      <dsp:nvSpPr>
        <dsp:cNvPr id="0" name=""/>
        <dsp:cNvSpPr/>
      </dsp:nvSpPr>
      <dsp:spPr>
        <a:xfrm>
          <a:off x="1514580" y="581304"/>
          <a:ext cx="3097318" cy="3097318"/>
        </a:xfrm>
        <a:custGeom>
          <a:avLst/>
          <a:gdLst/>
          <a:ahLst/>
          <a:cxnLst/>
          <a:rect l="0" t="0" r="0" b="0"/>
          <a:pathLst>
            <a:path>
              <a:moveTo>
                <a:pt x="2454588" y="292618"/>
              </a:moveTo>
              <a:arcTo wR="1548659" hR="1548659" stAng="18348079" swAng="3648108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9012AC-B6C2-41AF-A033-F8D501C920F0}">
      <dsp:nvSpPr>
        <dsp:cNvPr id="0" name=""/>
        <dsp:cNvSpPr/>
      </dsp:nvSpPr>
      <dsp:spPr>
        <a:xfrm>
          <a:off x="3511471" y="2323878"/>
          <a:ext cx="1785892" cy="116083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700" kern="1200" dirty="0"/>
            <a:t>U/I Testing</a:t>
          </a:r>
        </a:p>
      </dsp:txBody>
      <dsp:txXfrm>
        <a:off x="3568138" y="2380545"/>
        <a:ext cx="1672558" cy="1047496"/>
      </dsp:txXfrm>
    </dsp:sp>
    <dsp:sp modelId="{3CD2713E-CF2B-4AC6-8E8B-9B37831214E2}">
      <dsp:nvSpPr>
        <dsp:cNvPr id="0" name=""/>
        <dsp:cNvSpPr/>
      </dsp:nvSpPr>
      <dsp:spPr>
        <a:xfrm>
          <a:off x="1514580" y="581304"/>
          <a:ext cx="3097318" cy="3097318"/>
        </a:xfrm>
        <a:custGeom>
          <a:avLst/>
          <a:gdLst/>
          <a:ahLst/>
          <a:cxnLst/>
          <a:rect l="0" t="0" r="0" b="0"/>
          <a:pathLst>
            <a:path>
              <a:moveTo>
                <a:pt x="2285838" y="2910611"/>
              </a:moveTo>
              <a:arcTo wR="1548659" hR="1548659" stAng="3694489" swAng="3411022"/>
            </a:path>
          </a:pathLst>
        </a:custGeom>
        <a:noFill/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44580-90C4-49B3-B3B0-9410F40A1136}">
      <dsp:nvSpPr>
        <dsp:cNvPr id="0" name=""/>
        <dsp:cNvSpPr/>
      </dsp:nvSpPr>
      <dsp:spPr>
        <a:xfrm>
          <a:off x="829115" y="2323878"/>
          <a:ext cx="1785892" cy="1160830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700" kern="1200" dirty="0"/>
            <a:t>Validation Testing</a:t>
          </a:r>
        </a:p>
      </dsp:txBody>
      <dsp:txXfrm>
        <a:off x="885782" y="2380545"/>
        <a:ext cx="1672558" cy="1047496"/>
      </dsp:txXfrm>
    </dsp:sp>
    <dsp:sp modelId="{8A131B1F-47AD-4001-AF4A-EBF777458D03}">
      <dsp:nvSpPr>
        <dsp:cNvPr id="0" name=""/>
        <dsp:cNvSpPr/>
      </dsp:nvSpPr>
      <dsp:spPr>
        <a:xfrm>
          <a:off x="1514580" y="581304"/>
          <a:ext cx="3097318" cy="3097318"/>
        </a:xfrm>
        <a:custGeom>
          <a:avLst/>
          <a:gdLst/>
          <a:ahLst/>
          <a:cxnLst/>
          <a:rect l="0" t="0" r="0" b="0"/>
          <a:pathLst>
            <a:path>
              <a:moveTo>
                <a:pt x="10272" y="1726741"/>
              </a:moveTo>
              <a:arcTo wR="1548659" hR="1548659" stAng="10403814" swAng="3648108"/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5D93A-2D92-4FF0-B26D-29981B07515B}">
      <dsp:nvSpPr>
        <dsp:cNvPr id="0" name=""/>
        <dsp:cNvSpPr/>
      </dsp:nvSpPr>
      <dsp:spPr>
        <a:xfrm>
          <a:off x="2187421" y="1759"/>
          <a:ext cx="1469696" cy="95530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 dirty="0"/>
            <a:t>Functional Testing</a:t>
          </a:r>
        </a:p>
      </dsp:txBody>
      <dsp:txXfrm>
        <a:off x="2234055" y="48393"/>
        <a:ext cx="1376428" cy="862034"/>
      </dsp:txXfrm>
    </dsp:sp>
    <dsp:sp modelId="{D66446EA-2AF2-48D8-A804-D00D22B35B1A}">
      <dsp:nvSpPr>
        <dsp:cNvPr id="0" name=""/>
        <dsp:cNvSpPr/>
      </dsp:nvSpPr>
      <dsp:spPr>
        <a:xfrm>
          <a:off x="1343645" y="479410"/>
          <a:ext cx="3157249" cy="3157249"/>
        </a:xfrm>
        <a:custGeom>
          <a:avLst/>
          <a:gdLst/>
          <a:ahLst/>
          <a:cxnLst/>
          <a:rect l="0" t="0" r="0" b="0"/>
          <a:pathLst>
            <a:path>
              <a:moveTo>
                <a:pt x="2324064" y="187087"/>
              </a:moveTo>
              <a:arcTo wR="1578624" hR="1578624" stAng="17890666" swAng="2626482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9012AC-B6C2-41AF-A033-F8D501C920F0}">
      <dsp:nvSpPr>
        <dsp:cNvPr id="0" name=""/>
        <dsp:cNvSpPr/>
      </dsp:nvSpPr>
      <dsp:spPr>
        <a:xfrm>
          <a:off x="3766046" y="1580383"/>
          <a:ext cx="1469696" cy="955302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 dirty="0"/>
            <a:t>U/I Testing</a:t>
          </a:r>
        </a:p>
      </dsp:txBody>
      <dsp:txXfrm>
        <a:off x="3812680" y="1627017"/>
        <a:ext cx="1376428" cy="862034"/>
      </dsp:txXfrm>
    </dsp:sp>
    <dsp:sp modelId="{3CD2713E-CF2B-4AC6-8E8B-9B37831214E2}">
      <dsp:nvSpPr>
        <dsp:cNvPr id="0" name=""/>
        <dsp:cNvSpPr/>
      </dsp:nvSpPr>
      <dsp:spPr>
        <a:xfrm>
          <a:off x="1343645" y="479410"/>
          <a:ext cx="3157249" cy="3157249"/>
        </a:xfrm>
        <a:custGeom>
          <a:avLst/>
          <a:gdLst/>
          <a:ahLst/>
          <a:cxnLst/>
          <a:rect l="0" t="0" r="0" b="0"/>
          <a:pathLst>
            <a:path>
              <a:moveTo>
                <a:pt x="3079580" y="2067691"/>
              </a:moveTo>
              <a:arcTo wR="1578624" hR="1578624" stAng="1082852" swAng="2626482"/>
            </a:path>
          </a:pathLst>
        </a:custGeom>
        <a:noFill/>
        <a:ln w="635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44580-90C4-49B3-B3B0-9410F40A1136}">
      <dsp:nvSpPr>
        <dsp:cNvPr id="0" name=""/>
        <dsp:cNvSpPr/>
      </dsp:nvSpPr>
      <dsp:spPr>
        <a:xfrm>
          <a:off x="2187421" y="3159008"/>
          <a:ext cx="1469696" cy="955302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 dirty="0"/>
            <a:t>Validation Testing</a:t>
          </a:r>
        </a:p>
      </dsp:txBody>
      <dsp:txXfrm>
        <a:off x="2234055" y="3205642"/>
        <a:ext cx="1376428" cy="862034"/>
      </dsp:txXfrm>
    </dsp:sp>
    <dsp:sp modelId="{8A131B1F-47AD-4001-AF4A-EBF777458D03}">
      <dsp:nvSpPr>
        <dsp:cNvPr id="0" name=""/>
        <dsp:cNvSpPr/>
      </dsp:nvSpPr>
      <dsp:spPr>
        <a:xfrm>
          <a:off x="1343645" y="479410"/>
          <a:ext cx="3157249" cy="3157249"/>
        </a:xfrm>
        <a:custGeom>
          <a:avLst/>
          <a:gdLst/>
          <a:ahLst/>
          <a:cxnLst/>
          <a:rect l="0" t="0" r="0" b="0"/>
          <a:pathLst>
            <a:path>
              <a:moveTo>
                <a:pt x="833184" y="2970161"/>
              </a:moveTo>
              <a:arcTo wR="1578624" hR="1578624" stAng="7090666" swAng="2626482"/>
            </a:path>
          </a:pathLst>
        </a:custGeom>
        <a:noFill/>
        <a:ln w="635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0F50CD-A00A-4E90-9A0C-56FC10F74DB1}">
      <dsp:nvSpPr>
        <dsp:cNvPr id="0" name=""/>
        <dsp:cNvSpPr/>
      </dsp:nvSpPr>
      <dsp:spPr>
        <a:xfrm>
          <a:off x="608797" y="1580383"/>
          <a:ext cx="1469696" cy="955302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200" kern="1200" dirty="0"/>
            <a:t>Security Testing</a:t>
          </a:r>
        </a:p>
      </dsp:txBody>
      <dsp:txXfrm>
        <a:off x="655431" y="1627017"/>
        <a:ext cx="1376428" cy="862034"/>
      </dsp:txXfrm>
    </dsp:sp>
    <dsp:sp modelId="{DD20F553-2911-4621-ADEC-7C7FC8F3168D}">
      <dsp:nvSpPr>
        <dsp:cNvPr id="0" name=""/>
        <dsp:cNvSpPr/>
      </dsp:nvSpPr>
      <dsp:spPr>
        <a:xfrm>
          <a:off x="1343645" y="479410"/>
          <a:ext cx="3157249" cy="3157249"/>
        </a:xfrm>
        <a:custGeom>
          <a:avLst/>
          <a:gdLst/>
          <a:ahLst/>
          <a:cxnLst/>
          <a:rect l="0" t="0" r="0" b="0"/>
          <a:pathLst>
            <a:path>
              <a:moveTo>
                <a:pt x="77668" y="1089557"/>
              </a:moveTo>
              <a:arcTo wR="1578624" hR="1578624" stAng="11882852" swAng="2626482"/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5D93A-2D92-4FF0-B26D-29981B07515B}">
      <dsp:nvSpPr>
        <dsp:cNvPr id="0" name=""/>
        <dsp:cNvSpPr/>
      </dsp:nvSpPr>
      <dsp:spPr>
        <a:xfrm>
          <a:off x="2341183" y="1931"/>
          <a:ext cx="1390772" cy="90400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/>
            <a:t>Functional Testing</a:t>
          </a:r>
        </a:p>
      </dsp:txBody>
      <dsp:txXfrm>
        <a:off x="2385313" y="46061"/>
        <a:ext cx="1302512" cy="815742"/>
      </dsp:txXfrm>
    </dsp:sp>
    <dsp:sp modelId="{D66446EA-2AF2-48D8-A804-D00D22B35B1A}">
      <dsp:nvSpPr>
        <dsp:cNvPr id="0" name=""/>
        <dsp:cNvSpPr/>
      </dsp:nvSpPr>
      <dsp:spPr>
        <a:xfrm>
          <a:off x="1228953" y="453933"/>
          <a:ext cx="3615232" cy="3615232"/>
        </a:xfrm>
        <a:custGeom>
          <a:avLst/>
          <a:gdLst/>
          <a:ahLst/>
          <a:cxnLst/>
          <a:rect l="0" t="0" r="0" b="0"/>
          <a:pathLst>
            <a:path>
              <a:moveTo>
                <a:pt x="2512575" y="143131"/>
              </a:moveTo>
              <a:arcTo wR="1807616" hR="1807616" stAng="17577248" swAng="1963511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9012AC-B6C2-41AF-A033-F8D501C920F0}">
      <dsp:nvSpPr>
        <dsp:cNvPr id="0" name=""/>
        <dsp:cNvSpPr/>
      </dsp:nvSpPr>
      <dsp:spPr>
        <a:xfrm>
          <a:off x="4060328" y="1250963"/>
          <a:ext cx="1390772" cy="904002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/>
            <a:t>U/I Testing</a:t>
          </a:r>
        </a:p>
      </dsp:txBody>
      <dsp:txXfrm>
        <a:off x="4104458" y="1295093"/>
        <a:ext cx="1302512" cy="815742"/>
      </dsp:txXfrm>
    </dsp:sp>
    <dsp:sp modelId="{3CD2713E-CF2B-4AC6-8E8B-9B37831214E2}">
      <dsp:nvSpPr>
        <dsp:cNvPr id="0" name=""/>
        <dsp:cNvSpPr/>
      </dsp:nvSpPr>
      <dsp:spPr>
        <a:xfrm>
          <a:off x="1228953" y="453933"/>
          <a:ext cx="3615232" cy="3615232"/>
        </a:xfrm>
        <a:custGeom>
          <a:avLst/>
          <a:gdLst/>
          <a:ahLst/>
          <a:cxnLst/>
          <a:rect l="0" t="0" r="0" b="0"/>
          <a:pathLst>
            <a:path>
              <a:moveTo>
                <a:pt x="3612733" y="1712595"/>
              </a:moveTo>
              <a:arcTo wR="1807616" hR="1807616" stAng="21419205" swAng="2197819"/>
            </a:path>
          </a:pathLst>
        </a:custGeom>
        <a:noFill/>
        <a:ln w="635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44580-90C4-49B3-B3B0-9410F40A1136}">
      <dsp:nvSpPr>
        <dsp:cNvPr id="0" name=""/>
        <dsp:cNvSpPr/>
      </dsp:nvSpPr>
      <dsp:spPr>
        <a:xfrm>
          <a:off x="3403673" y="3271940"/>
          <a:ext cx="1390772" cy="904002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/>
            <a:t>Validation Testing</a:t>
          </a:r>
        </a:p>
      </dsp:txBody>
      <dsp:txXfrm>
        <a:off x="3447803" y="3316070"/>
        <a:ext cx="1302512" cy="815742"/>
      </dsp:txXfrm>
    </dsp:sp>
    <dsp:sp modelId="{8A131B1F-47AD-4001-AF4A-EBF777458D03}">
      <dsp:nvSpPr>
        <dsp:cNvPr id="0" name=""/>
        <dsp:cNvSpPr/>
      </dsp:nvSpPr>
      <dsp:spPr>
        <a:xfrm>
          <a:off x="1228953" y="453933"/>
          <a:ext cx="3615232" cy="3615232"/>
        </a:xfrm>
        <a:custGeom>
          <a:avLst/>
          <a:gdLst/>
          <a:ahLst/>
          <a:cxnLst/>
          <a:rect l="0" t="0" r="0" b="0"/>
          <a:pathLst>
            <a:path>
              <a:moveTo>
                <a:pt x="2167527" y="3579039"/>
              </a:moveTo>
              <a:arcTo wR="1807616" hR="1807616" stAng="4710910" swAng="1378179"/>
            </a:path>
          </a:pathLst>
        </a:custGeom>
        <a:noFill/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0F50CD-A00A-4E90-9A0C-56FC10F74DB1}">
      <dsp:nvSpPr>
        <dsp:cNvPr id="0" name=""/>
        <dsp:cNvSpPr/>
      </dsp:nvSpPr>
      <dsp:spPr>
        <a:xfrm>
          <a:off x="1278693" y="3271940"/>
          <a:ext cx="1390772" cy="904002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/>
            <a:t>Security Testing</a:t>
          </a:r>
        </a:p>
      </dsp:txBody>
      <dsp:txXfrm>
        <a:off x="1322823" y="3316070"/>
        <a:ext cx="1302512" cy="815742"/>
      </dsp:txXfrm>
    </dsp:sp>
    <dsp:sp modelId="{DD20F553-2911-4621-ADEC-7C7FC8F3168D}">
      <dsp:nvSpPr>
        <dsp:cNvPr id="0" name=""/>
        <dsp:cNvSpPr/>
      </dsp:nvSpPr>
      <dsp:spPr>
        <a:xfrm>
          <a:off x="1228953" y="453933"/>
          <a:ext cx="3615232" cy="3615232"/>
        </a:xfrm>
        <a:custGeom>
          <a:avLst/>
          <a:gdLst/>
          <a:ahLst/>
          <a:cxnLst/>
          <a:rect l="0" t="0" r="0" b="0"/>
          <a:pathLst>
            <a:path>
              <a:moveTo>
                <a:pt x="302312" y="2808384"/>
              </a:moveTo>
              <a:arcTo wR="1807616" hR="1807616" stAng="8782976" swAng="2197819"/>
            </a:path>
          </a:pathLst>
        </a:custGeom>
        <a:noFill/>
        <a:ln w="635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49624B-FBAF-4708-9EF1-11A211B80938}">
      <dsp:nvSpPr>
        <dsp:cNvPr id="0" name=""/>
        <dsp:cNvSpPr/>
      </dsp:nvSpPr>
      <dsp:spPr>
        <a:xfrm>
          <a:off x="622038" y="1250963"/>
          <a:ext cx="1390772" cy="904002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100" kern="1200" dirty="0"/>
            <a:t>Database Testing</a:t>
          </a:r>
        </a:p>
      </dsp:txBody>
      <dsp:txXfrm>
        <a:off x="666168" y="1295093"/>
        <a:ext cx="1302512" cy="815742"/>
      </dsp:txXfrm>
    </dsp:sp>
    <dsp:sp modelId="{BDEC37E6-9CD4-4BD6-B202-4DEC9DA6A114}">
      <dsp:nvSpPr>
        <dsp:cNvPr id="0" name=""/>
        <dsp:cNvSpPr/>
      </dsp:nvSpPr>
      <dsp:spPr>
        <a:xfrm>
          <a:off x="1228953" y="453933"/>
          <a:ext cx="3615232" cy="3615232"/>
        </a:xfrm>
        <a:custGeom>
          <a:avLst/>
          <a:gdLst/>
          <a:ahLst/>
          <a:cxnLst/>
          <a:rect l="0" t="0" r="0" b="0"/>
          <a:pathLst>
            <a:path>
              <a:moveTo>
                <a:pt x="314715" y="788438"/>
              </a:moveTo>
              <a:arcTo wR="1807616" hR="1807616" stAng="12859241" swAng="1963511"/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F5D93A-2D92-4FF0-B26D-29981B07515B}">
      <dsp:nvSpPr>
        <dsp:cNvPr id="0" name=""/>
        <dsp:cNvSpPr/>
      </dsp:nvSpPr>
      <dsp:spPr>
        <a:xfrm>
          <a:off x="2458449" y="1897"/>
          <a:ext cx="1308640" cy="85061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/>
            <a:t>Functional Testing</a:t>
          </a:r>
        </a:p>
      </dsp:txBody>
      <dsp:txXfrm>
        <a:off x="2499973" y="43421"/>
        <a:ext cx="1225592" cy="767568"/>
      </dsp:txXfrm>
    </dsp:sp>
    <dsp:sp modelId="{D66446EA-2AF2-48D8-A804-D00D22B35B1A}">
      <dsp:nvSpPr>
        <dsp:cNvPr id="0" name=""/>
        <dsp:cNvSpPr/>
      </dsp:nvSpPr>
      <dsp:spPr>
        <a:xfrm>
          <a:off x="1109195" y="427205"/>
          <a:ext cx="4007148" cy="4007148"/>
        </a:xfrm>
        <a:custGeom>
          <a:avLst/>
          <a:gdLst/>
          <a:ahLst/>
          <a:cxnLst/>
          <a:rect l="0" t="0" r="0" b="0"/>
          <a:pathLst>
            <a:path>
              <a:moveTo>
                <a:pt x="2666252" y="112763"/>
              </a:moveTo>
              <a:arcTo wR="2003574" hR="2003574" stAng="17358851" swAng="1500746"/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9012AC-B6C2-41AF-A033-F8D501C920F0}">
      <dsp:nvSpPr>
        <dsp:cNvPr id="0" name=""/>
        <dsp:cNvSpPr/>
      </dsp:nvSpPr>
      <dsp:spPr>
        <a:xfrm>
          <a:off x="4193596" y="1003684"/>
          <a:ext cx="1308640" cy="850616"/>
        </a:xfrm>
        <a:prstGeom prst="round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/>
            <a:t>U/I Testing</a:t>
          </a:r>
        </a:p>
      </dsp:txBody>
      <dsp:txXfrm>
        <a:off x="4235120" y="1045208"/>
        <a:ext cx="1225592" cy="767568"/>
      </dsp:txXfrm>
    </dsp:sp>
    <dsp:sp modelId="{3CD2713E-CF2B-4AC6-8E8B-9B37831214E2}">
      <dsp:nvSpPr>
        <dsp:cNvPr id="0" name=""/>
        <dsp:cNvSpPr/>
      </dsp:nvSpPr>
      <dsp:spPr>
        <a:xfrm>
          <a:off x="1109195" y="427205"/>
          <a:ext cx="4007148" cy="4007148"/>
        </a:xfrm>
        <a:custGeom>
          <a:avLst/>
          <a:gdLst/>
          <a:ahLst/>
          <a:cxnLst/>
          <a:rect l="0" t="0" r="0" b="0"/>
          <a:pathLst>
            <a:path>
              <a:moveTo>
                <a:pt x="3925709" y="1438146"/>
              </a:moveTo>
              <a:arcTo wR="2003574" hR="2003574" stAng="20616473" swAng="1967054"/>
            </a:path>
          </a:pathLst>
        </a:custGeom>
        <a:noFill/>
        <a:ln w="635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944580-90C4-49B3-B3B0-9410F40A1136}">
      <dsp:nvSpPr>
        <dsp:cNvPr id="0" name=""/>
        <dsp:cNvSpPr/>
      </dsp:nvSpPr>
      <dsp:spPr>
        <a:xfrm>
          <a:off x="4193596" y="3007259"/>
          <a:ext cx="1308640" cy="850616"/>
        </a:xfrm>
        <a:prstGeom prst="roundRect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/>
            <a:t>Validation Testing</a:t>
          </a:r>
        </a:p>
      </dsp:txBody>
      <dsp:txXfrm>
        <a:off x="4235120" y="3048783"/>
        <a:ext cx="1225592" cy="767568"/>
      </dsp:txXfrm>
    </dsp:sp>
    <dsp:sp modelId="{8A131B1F-47AD-4001-AF4A-EBF777458D03}">
      <dsp:nvSpPr>
        <dsp:cNvPr id="0" name=""/>
        <dsp:cNvSpPr/>
      </dsp:nvSpPr>
      <dsp:spPr>
        <a:xfrm>
          <a:off x="1109195" y="427205"/>
          <a:ext cx="4007148" cy="4007148"/>
        </a:xfrm>
        <a:custGeom>
          <a:avLst/>
          <a:gdLst/>
          <a:ahLst/>
          <a:cxnLst/>
          <a:rect l="0" t="0" r="0" b="0"/>
          <a:pathLst>
            <a:path>
              <a:moveTo>
                <a:pt x="3403567" y="3436867"/>
              </a:moveTo>
              <a:arcTo wR="2003574" hR="2003574" stAng="2740402" swAng="1500746"/>
            </a:path>
          </a:pathLst>
        </a:custGeom>
        <a:noFill/>
        <a:ln w="635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0F50CD-A00A-4E90-9A0C-56FC10F74DB1}">
      <dsp:nvSpPr>
        <dsp:cNvPr id="0" name=""/>
        <dsp:cNvSpPr/>
      </dsp:nvSpPr>
      <dsp:spPr>
        <a:xfrm>
          <a:off x="2458449" y="4009046"/>
          <a:ext cx="1308640" cy="850616"/>
        </a:xfrm>
        <a:prstGeom prst="round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/>
            <a:t>Security Testing</a:t>
          </a:r>
        </a:p>
      </dsp:txBody>
      <dsp:txXfrm>
        <a:off x="2499973" y="4050570"/>
        <a:ext cx="1225592" cy="767568"/>
      </dsp:txXfrm>
    </dsp:sp>
    <dsp:sp modelId="{DD20F553-2911-4621-ADEC-7C7FC8F3168D}">
      <dsp:nvSpPr>
        <dsp:cNvPr id="0" name=""/>
        <dsp:cNvSpPr/>
      </dsp:nvSpPr>
      <dsp:spPr>
        <a:xfrm>
          <a:off x="1109195" y="427205"/>
          <a:ext cx="4007148" cy="4007148"/>
        </a:xfrm>
        <a:custGeom>
          <a:avLst/>
          <a:gdLst/>
          <a:ahLst/>
          <a:cxnLst/>
          <a:rect l="0" t="0" r="0" b="0"/>
          <a:pathLst>
            <a:path>
              <a:moveTo>
                <a:pt x="1340895" y="3894385"/>
              </a:moveTo>
              <a:arcTo wR="2003574" hR="2003574" stAng="6558851" swAng="1500746"/>
            </a:path>
          </a:pathLst>
        </a:custGeom>
        <a:noFill/>
        <a:ln w="635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49624B-FBAF-4708-9EF1-11A211B80938}">
      <dsp:nvSpPr>
        <dsp:cNvPr id="0" name=""/>
        <dsp:cNvSpPr/>
      </dsp:nvSpPr>
      <dsp:spPr>
        <a:xfrm>
          <a:off x="723303" y="3007259"/>
          <a:ext cx="1308640" cy="850616"/>
        </a:xfrm>
        <a:prstGeom prst="roundRect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/>
            <a:t>Database Testing</a:t>
          </a:r>
        </a:p>
      </dsp:txBody>
      <dsp:txXfrm>
        <a:off x="764827" y="3048783"/>
        <a:ext cx="1225592" cy="767568"/>
      </dsp:txXfrm>
    </dsp:sp>
    <dsp:sp modelId="{BDEC37E6-9CD4-4BD6-B202-4DEC9DA6A114}">
      <dsp:nvSpPr>
        <dsp:cNvPr id="0" name=""/>
        <dsp:cNvSpPr/>
      </dsp:nvSpPr>
      <dsp:spPr>
        <a:xfrm>
          <a:off x="1109195" y="427205"/>
          <a:ext cx="4007148" cy="4007148"/>
        </a:xfrm>
        <a:custGeom>
          <a:avLst/>
          <a:gdLst/>
          <a:ahLst/>
          <a:cxnLst/>
          <a:rect l="0" t="0" r="0" b="0"/>
          <a:pathLst>
            <a:path>
              <a:moveTo>
                <a:pt x="81439" y="2569002"/>
              </a:moveTo>
              <a:arcTo wR="2003574" hR="2003574" stAng="9816473" swAng="1967054"/>
            </a:path>
          </a:pathLst>
        </a:custGeom>
        <a:noFill/>
        <a:ln w="635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F49BDA-C611-4D43-B28A-153C5B56318D}">
      <dsp:nvSpPr>
        <dsp:cNvPr id="0" name=""/>
        <dsp:cNvSpPr/>
      </dsp:nvSpPr>
      <dsp:spPr>
        <a:xfrm>
          <a:off x="723303" y="1003684"/>
          <a:ext cx="1308640" cy="850616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600" kern="1200" dirty="0"/>
            <a:t>Performance Testing</a:t>
          </a:r>
        </a:p>
      </dsp:txBody>
      <dsp:txXfrm>
        <a:off x="764827" y="1045208"/>
        <a:ext cx="1225592" cy="767568"/>
      </dsp:txXfrm>
    </dsp:sp>
    <dsp:sp modelId="{7080FE94-2442-4275-815E-40DC07B8D61E}">
      <dsp:nvSpPr>
        <dsp:cNvPr id="0" name=""/>
        <dsp:cNvSpPr/>
      </dsp:nvSpPr>
      <dsp:spPr>
        <a:xfrm>
          <a:off x="1109195" y="427205"/>
          <a:ext cx="4007148" cy="4007148"/>
        </a:xfrm>
        <a:custGeom>
          <a:avLst/>
          <a:gdLst/>
          <a:ahLst/>
          <a:cxnLst/>
          <a:rect l="0" t="0" r="0" b="0"/>
          <a:pathLst>
            <a:path>
              <a:moveTo>
                <a:pt x="603581" y="570281"/>
              </a:moveTo>
              <a:arcTo wR="2003574" hR="2003574" stAng="13540402" swAng="1500746"/>
            </a:path>
          </a:pathLst>
        </a:custGeom>
        <a:noFill/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layout/HorizontalActionList">
  <dgm:title val=""/>
  <dgm:desc val=""/>
  <dgm:catLst>
    <dgm:cat type="list" pri="80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95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bgOutline"/>
      <dgm:constr type="primFontSz" for="des" forName="parTx" val="54"/>
      <dgm:constr type="primFontSz" for="des" forName="bgOutline" refType="primFontSz" refFor="des" refForName="parTx" op="lte" fact="0.75"/>
      <dgm:constr type="h" for="des" forName="bgOutline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bgOutline"/>
          <dgm:constr type="t" for="ch" forName="bgOutline" refType="h" refFor="ch" refForName="parTx" fact="0.97"/>
          <dgm:constr type="w" for="ch" forName="bgOutline" refType="w"/>
          <dgm:constr type="h" for="ch" forName="bgOutline" refType="h" fact="0.75"/>
        </dgm:constrLst>
        <dgm:ruleLst/>
        <dgm:layoutNode name="parTx" styleLbl="alignNode1">
          <dgm:varLst>
            <dgm:chMax val="0"/>
            <dgm:chPref val="0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ound2SameRect" r:blip="" zOrderOff="3">
            <dgm:adjLst>
              <dgm:adj idx="1" val="0.45"/>
            </dgm:adjLst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primFontSz" val="14" fact="NaN" max="NaN"/>
          </dgm:ruleLst>
        </dgm:layoutNode>
        <dgm:layoutNode name="bgOutline" styleLbl="fgAcc1">
          <dgm:varLst>
            <dgm:bulletEnabled/>
          </dgm:varLst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rot="180" type="round2SameRect" r:blip="">
            <dgm:adjLst>
              <dgm:adj idx="1" val="0.15"/>
              <dgm:adj idx="2" val="0"/>
            </dgm:adjLst>
          </dgm:shape>
          <dgm:presOf axis="des" ptType="node"/>
          <dgm:constrLst>
            <dgm:constr type="primFontSz" val="28"/>
            <dgm:constr type="tMarg" refType="w" fact="0.12"/>
            <dgm:constr type="bMarg" refType="w" fact="0.12"/>
            <dgm:constr type="lMarg" refType="w" fact="0.12"/>
            <dgm:constr type="rMarg" refType="w" fact="0.12"/>
          </dgm:constrLst>
          <dgm:ruleLst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24/layout/NumberedTitleList#1">
  <dgm:title val=""/>
  <dgm:desc val=""/>
  <dgm:catLst>
    <dgm:cat type="list" pri="815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77287FFD-D1D0-485F-A2A4-5E97F0993847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A52038BA-269E-47C3-A92E-DACFD9739A75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7CE2362C-CFF8-4847-8BA9-E54A0236081F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4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75"/>
          <dgm:constr type="r" for="ch" forName="nodeText" refType="r" refFor="ch" refForName="bgRect"/>
          <dgm:constr type="h" for="ch" forName="nodeText" refType="h" refFor="ch" refForName="bgRect" fact="0.52"/>
          <dgm:constr type="t" for="ch" forName="nodeText" refType="h" refFor="ch" refForName="bgRect" fact="0.48"/>
        </dgm:constrLst>
        <dgm:ruleLst/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15"/>
              <dgm:constr type="rMarg" refType="w" fact="0.15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nodeText" styleLbl="bgAccFollowNode1" moveWith="bgRect">
          <dgm:varLst>
            <dgm:bulletEnabled val="1"/>
          </dgm:varLst>
          <dgm:alg type="tx">
            <dgm:param type="parTxLTRAlign" val="ctr"/>
            <dgm:param type="parTxRTLAlign" val="r"/>
            <dgm:param type="txAnchorVert" val="mid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32"/>
            <dgm:constr type="tMarg" val="26"/>
            <dgm:constr type="lMarg" refType="w" fact="0.15"/>
            <dgm:constr type="rMarg" refType="w" fact="0.1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24/layout/NumberedTitleList#2">
  <dgm:title val=""/>
  <dgm:desc val=""/>
  <dgm:catLst>
    <dgm:cat type="list" pri="815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77287FFD-D1D0-485F-A2A4-5E97F0993847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A52038BA-269E-47C3-A92E-DACFD9739A75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7CE2362C-CFF8-4847-8BA9-E54A0236081F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4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75"/>
          <dgm:constr type="r" for="ch" forName="nodeText" refType="r" refFor="ch" refForName="bgRect"/>
          <dgm:constr type="h" for="ch" forName="nodeText" refType="h" refFor="ch" refForName="bgRect" fact="0.52"/>
          <dgm:constr type="t" for="ch" forName="nodeText" refType="h" refFor="ch" refForName="bgRect" fact="0.48"/>
        </dgm:constrLst>
        <dgm:ruleLst/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15"/>
              <dgm:constr type="rMarg" refType="w" fact="0.15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nodeText" styleLbl="bgAccFollowNode1" moveWith="bgRect">
          <dgm:varLst>
            <dgm:bulletEnabled val="1"/>
          </dgm:varLst>
          <dgm:alg type="tx">
            <dgm:param type="parTxLTRAlign" val="ctr"/>
            <dgm:param type="parTxRTLAlign" val="r"/>
            <dgm:param type="txAnchorVert" val="mid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32"/>
            <dgm:constr type="tMarg" val="26"/>
            <dgm:constr type="lMarg" refType="w" fact="0.15"/>
            <dgm:constr type="rMarg" refType="w" fact="0.1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24/layout/NumberedTitleList#3">
  <dgm:title val=""/>
  <dgm:desc val=""/>
  <dgm:catLst>
    <dgm:cat type="list" pri="815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77287FFD-D1D0-485F-A2A4-5E97F0993847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A52038BA-269E-47C3-A92E-DACFD9739A75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7CE2362C-CFF8-4847-8BA9-E54A0236081F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4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75"/>
          <dgm:constr type="r" for="ch" forName="nodeText" refType="r" refFor="ch" refForName="bgRect"/>
          <dgm:constr type="h" for="ch" forName="nodeText" refType="h" refFor="ch" refForName="bgRect" fact="0.52"/>
          <dgm:constr type="t" for="ch" forName="nodeText" refType="h" refFor="ch" refForName="bgRect" fact="0.48"/>
        </dgm:constrLst>
        <dgm:ruleLst/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15"/>
              <dgm:constr type="rMarg" refType="w" fact="0.15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nodeText" styleLbl="bgAccFollowNode1" moveWith="bgRect">
          <dgm:varLst>
            <dgm:bulletEnabled val="1"/>
          </dgm:varLst>
          <dgm:alg type="tx">
            <dgm:param type="parTxLTRAlign" val="ctr"/>
            <dgm:param type="parTxRTLAlign" val="r"/>
            <dgm:param type="txAnchorVert" val="mid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32"/>
            <dgm:constr type="tMarg" val="26"/>
            <dgm:constr type="lMarg" refType="w" fact="0.15"/>
            <dgm:constr type="rMarg" refType="w" fact="0.1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24/layout/NumberedTitleList#4">
  <dgm:title val=""/>
  <dgm:desc val=""/>
  <dgm:catLst>
    <dgm:cat type="list" pri="815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77287FFD-D1D0-485F-A2A4-5E97F0993847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A52038BA-269E-47C3-A92E-DACFD9739A75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7CE2362C-CFF8-4847-8BA9-E54A0236081F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4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75"/>
          <dgm:constr type="r" for="ch" forName="nodeText" refType="r" refFor="ch" refForName="bgRect"/>
          <dgm:constr type="h" for="ch" forName="nodeText" refType="h" refFor="ch" refForName="bgRect" fact="0.52"/>
          <dgm:constr type="t" for="ch" forName="nodeText" refType="h" refFor="ch" refForName="bgRect" fact="0.48"/>
        </dgm:constrLst>
        <dgm:ruleLst/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15"/>
              <dgm:constr type="rMarg" refType="w" fact="0.15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nodeText" styleLbl="bgAccFollowNode1" moveWith="bgRect">
          <dgm:varLst>
            <dgm:bulletEnabled val="1"/>
          </dgm:varLst>
          <dgm:alg type="tx">
            <dgm:param type="parTxLTRAlign" val="ctr"/>
            <dgm:param type="parTxRTLAlign" val="r"/>
            <dgm:param type="txAnchorVert" val="mid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32"/>
            <dgm:constr type="tMarg" val="26"/>
            <dgm:constr type="lMarg" refType="w" fact="0.15"/>
            <dgm:constr type="rMarg" refType="w" fact="0.1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24/layout/NumberedTitleList#5">
  <dgm:title val=""/>
  <dgm:desc val=""/>
  <dgm:catLst>
    <dgm:cat type="list" pri="815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77287FFD-D1D0-485F-A2A4-5E97F0993847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A52038BA-269E-47C3-A92E-DACFD9739A75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7CE2362C-CFF8-4847-8BA9-E54A0236081F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4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75"/>
          <dgm:constr type="r" for="ch" forName="nodeText" refType="r" refFor="ch" refForName="bgRect"/>
          <dgm:constr type="h" for="ch" forName="nodeText" refType="h" refFor="ch" refForName="bgRect" fact="0.52"/>
          <dgm:constr type="t" for="ch" forName="nodeText" refType="h" refFor="ch" refForName="bgRect" fact="0.48"/>
        </dgm:constrLst>
        <dgm:ruleLst/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15"/>
              <dgm:constr type="rMarg" refType="w" fact="0.15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nodeText" styleLbl="bgAccFollowNode1" moveWith="bgRect">
          <dgm:varLst>
            <dgm:bulletEnabled val="1"/>
          </dgm:varLst>
          <dgm:alg type="tx">
            <dgm:param type="parTxLTRAlign" val="ctr"/>
            <dgm:param type="parTxRTLAlign" val="r"/>
            <dgm:param type="txAnchorVert" val="mid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32"/>
            <dgm:constr type="tMarg" val="26"/>
            <dgm:constr type="lMarg" refType="w" fact="0.15"/>
            <dgm:constr type="rMarg" refType="w" fact="0.1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24/layout/NumberedTitleList#6">
  <dgm:title val=""/>
  <dgm:desc val=""/>
  <dgm:catLst>
    <dgm:cat type="list" pri="815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77287FFD-D1D0-485F-A2A4-5E97F0993847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A52038BA-269E-47C3-A92E-DACFD9739A75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7CE2362C-CFF8-4847-8BA9-E54A0236081F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4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75"/>
          <dgm:constr type="r" for="ch" forName="nodeText" refType="r" refFor="ch" refForName="bgRect"/>
          <dgm:constr type="h" for="ch" forName="nodeText" refType="h" refFor="ch" refForName="bgRect" fact="0.52"/>
          <dgm:constr type="t" for="ch" forName="nodeText" refType="h" refFor="ch" refForName="bgRect" fact="0.48"/>
        </dgm:constrLst>
        <dgm:ruleLst/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15"/>
              <dgm:constr type="rMarg" refType="w" fact="0.15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nodeText" styleLbl="bgAccFollowNode1" moveWith="bgRect">
          <dgm:varLst>
            <dgm:bulletEnabled val="1"/>
          </dgm:varLst>
          <dgm:alg type="tx">
            <dgm:param type="parTxLTRAlign" val="ctr"/>
            <dgm:param type="parTxRTLAlign" val="r"/>
            <dgm:param type="txAnchorVert" val="mid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32"/>
            <dgm:constr type="tMarg" val="26"/>
            <dgm:constr type="lMarg" refType="w" fact="0.15"/>
            <dgm:constr type="rMarg" refType="w" fact="0.1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54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9F368-CA78-208C-EE2C-0183E56F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5A11B-911C-6204-7963-AA13DE82F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A69ED-EB5E-72F6-D005-D55BCFFA0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7DCD7-C4AD-50B0-24FE-81476F5F13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43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0B184-D4C6-5B64-C14F-F2B63777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A4FE7-1496-DEA6-8ADA-508B7BC2C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6E0D0-FE96-BADA-24D8-77AA0595E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1E011-82D5-223A-2A01-D1929A6B65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904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F8CA8-4CD6-A977-3F61-6756D09D6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3DEE43-3095-8394-3DA2-DE73C76DA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53FE7-4757-1FB4-0A14-85FC98580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EF386-88C2-7AF6-D6EB-042CB7CF25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412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1D0A8-8F5C-1FDE-4D1D-FCC771B4A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5AC8D-A8CF-0932-A3E8-62DD7E008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A5827-C6FB-BA21-E228-3BC8B29A6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2A44D-6685-7C5D-6725-5F4AE95856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956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FACBD-CF2C-A68E-DC51-63208A246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86A09-015F-9F29-752E-B8549106B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CA648-1E4D-9818-3A68-F5FB750D46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C6A30-296B-ABA0-74EB-4EC23CC8D9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97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A9C7D-FE64-A695-67CF-8C4F4EDF1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CFCB9F-D92A-F5A5-EC16-3661911D5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CC9CC-5EB8-9CAE-A00D-059383FEB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22722-545C-04D8-BB62-4C9AF183E6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565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57708-237F-78D6-F9B4-EB3F37AF0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1CD1F8-B6E0-2205-D3C1-AADDA3D5E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3C96D2-BAE3-4507-79D4-C0B32583D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2D7278-6D60-2484-5DC1-6E5D363795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940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4EFC1-8CB7-8BF6-0084-44B97D817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E0810-2AE5-A79B-1528-E68D5E14A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1872F5-ADDC-A654-16A0-A14B9F521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B437E-3449-30D6-D327-F2CABED2EC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07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8A35-0B70-3AAF-1393-95F89AAE3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93C59-DFC0-C249-8BB4-CE5B694C88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111173-9AA5-3EA1-9E61-28C57E4D2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49D0D-2821-D4AB-0A3B-20E969C1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46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71223-4E0A-CE5E-E8F6-F1423E11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0101A-0ECC-9B68-EAD4-363C2492F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9B551-8320-E778-3694-98393CB55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241EC-CD69-7D1E-8605-C4D2087697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496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E9F80-FCE4-DDE0-8074-4D6DD2E8B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C178A-BA89-1BE5-DB2A-7239F1081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F8558-1A99-4D8B-34E8-B44AE2304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4D287-8DC3-FA64-E67F-103637A471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650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A4806-0C56-F700-8AE9-766D03590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50141-F039-B049-FC37-E5F0AB1FC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D1C87-B7F2-7AA7-6429-264F8284C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D7F91-A5A6-5D1B-A059-2108264A7A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439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53EA9-02E2-7B7A-757D-1FC3473D6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8F651-0293-5B1C-BC36-EB2987BAC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57F64-E02B-A5B4-A942-9E62B0127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BD34E-5DB1-F8C9-32BD-D1BD8468D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409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80149-ED0F-BD28-26B9-A30DB4BE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78FB8-786B-35E4-8014-DF445CD9E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41FD6C-76CF-42F2-AB77-1A90766B8C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D5280-3E94-645D-9C3F-8EE5CFA4A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3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43D00-3A65-860A-0342-293A25976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1538D4-2022-CFE6-950A-7825D257B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7672C-9DA6-D3CF-4922-48FFBC570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CE4CF-6939-C9AD-40FF-28BCCC7356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769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F94E5-CC5E-0D53-49FB-A9D42432A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6C9860-89F2-C9B6-E346-CB33D3805D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315C1-259F-1C39-4213-950ABE027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A9684-6723-363D-DB78-C339E4F187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11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E9D6-3512-105B-4A02-862362F8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6AA96-0DEA-4398-1EC8-409C1F94D5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FB001-DA57-6337-AD32-5936CAD30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BE38A-9D3C-6AB0-958E-296CBF8BB2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117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18BB6-069B-C534-9D1F-C93A39034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DB861-C00A-83B2-98B3-86F668D37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3E7569-5E22-36A4-939A-20AEBF2B29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5708F-ED40-9091-10E6-72F6463650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985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97304-1C3B-B0C9-D7D0-FCD6F9104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2ED01-DBA1-01A0-2B70-8AE393AA7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8394B1-F7C6-BFA3-E65B-91067A7A5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EC9A0-14C7-671E-D687-A288AACE7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530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EA442-0DF3-EFE6-EB7C-17F198BDD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46921-7420-F878-3598-373A9ED10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EC21CB-10A7-4DD2-C76A-1C42FC2D9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4994A-A7E5-5231-0703-3DB08E615D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508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EB85F-CFED-A751-D608-6E21CB98C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E15E9-7FFA-DA17-EED3-2F1DFCE47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46D6CF-6614-58B1-1964-FC206DCD7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631C1-1629-7496-1BC1-F8FB6F14F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606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BA2C0-CA91-4A73-9173-7B1D52EB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DFB67-22C6-9B85-8132-5AE64E49F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5FCBD-6102-70AA-07AE-A0F9350E6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D5A73-9E63-E503-C9D7-FF1E0E3DFC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989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1B3A0-CD20-746D-B703-7C303982C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AE8F9-B0E0-A68D-0EC4-028C12105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AD0E8C-49CF-A127-9C13-426FC05CA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523D5-565C-1260-762B-181C84D253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67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F6436-6658-A464-712D-042B94CB1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EBB320-1870-B02F-345E-FC9056A480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349DF-303D-A38F-1EB5-EE3F05E30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90B56-E99A-21B6-BF24-4E630B9014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109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061A6-8D89-D4E5-F0D7-5E4223442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9F0C0-BA0B-CCB4-A448-92A5F6744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5EFEF-13E2-9E03-876D-0ABC0F73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7FF74-C9CC-1D9B-4EA1-A346CCB4DC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4701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E2D89-0525-1E16-52D0-CAC595EBE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3AA4C9-61BA-8B49-5128-54BC0D52A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E0BC4-69C6-AF58-F918-8C1DA67C2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14C29-1396-1E94-A224-08BED79305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912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D073A-39D4-0276-FF55-AAB154582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52C700-85EE-3528-FD0B-1DA6A981AA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7BBF81-34EC-D197-5DC8-E19CBBE69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7AB23-7A39-2CD3-1036-0656E9092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553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C333C-54EB-EC9B-66B1-D87723B0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01FB9A-A882-721B-DBDF-B7AE243B9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19F24-7A9C-88FC-8089-8CDA0BC0F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1D7C3-F792-27A7-3F02-FFAC673DD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4281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C2B10-6E80-E258-9689-00C6613FE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37919-06FC-AAE6-0DB1-D267AE9E1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79877-B94D-6916-B7CB-B2A65A50D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86C20-7243-0C79-5AE8-16EF1FDD28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3757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8B55-D0FF-2347-2B42-4D84B817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68EE53-4A0B-642E-759A-15064AB64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20E3C-9431-0FBB-C52C-7B6B1E9AD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D7CCA-82E6-6F35-1AB7-AB3CFEDF17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4622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517E3-2BCB-EF3E-80BE-08132FBD8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561FA-906F-209B-F487-112A93C350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B4DF7-E5AE-F23D-C3C8-F0E6CEA94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5484A-2B1D-B824-8AFA-430BF182C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48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073A9-F18E-E5B7-0182-F38FDABC2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9464F-50C2-4F3B-B429-56354E9E8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31CD6B-4C35-1132-85C0-7A713421A1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77897-7788-5EBA-2C20-045FFC5102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407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DCE55-95D5-D039-1436-92957C2E9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41FD3E-DC1A-33D7-252F-57DD588BD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08160-7047-07C4-B3DD-4C0D1E8C9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9ABF8-2240-5DDF-49D0-3FC5F027E0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4370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C11FF-E902-4A38-3730-B2520B1BC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8EED8-FBB9-75AD-0D53-17518D2A3E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1FA25-5A06-2B64-B9E4-20C137F82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8A67B-B899-4C63-4EB1-A37FBF3C3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28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DCB65-3069-5D08-239B-47915F45A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77E37-23A7-5C47-DAE4-E83242507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F38703-92BE-8D45-642C-235264085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08591-5F02-0377-2A58-AFBB88F30C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268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B7A63-719E-A04C-F246-D58DAF9C3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476B0-7B4D-457F-8AAC-CEE3D92C6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7D963-0650-B509-5B1E-323E093A61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B593F-F731-6393-C977-1B52993D86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1965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73958-2CB1-3DED-68A3-321BE837D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957BE-61D7-2879-B3C1-1F7A62762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74AF74-E5B9-CF81-23C3-293EC76E8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3C39D-6088-3E6B-C015-D58B1B0A4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200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0C8BD-0E93-FC62-37EA-2CE80BA9F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9BD8D-2002-4D23-8850-6428F6231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8BFF5-C2F5-68BC-F14E-F76B3E41B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09607-9395-EC7C-CD2D-C027936E4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6639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180AB-A53F-8743-7C11-FF0FF55AE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1AB20-FD88-1567-E920-49619076C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51C85-5459-8C27-C426-448E1289B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344DF-38E1-5B4A-5B3B-78EABCFAEC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9335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FF7B7-1AC6-5B0C-46B1-65C1EFCB6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92A11-86D8-3076-FF20-BE774A1B8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40EF85-EA3F-F690-093C-57D142916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8E124-EA5D-50EC-3B91-58FE5ABD9A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7993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36EBD-673C-0160-D205-897885E07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CF17AB-6D2E-F392-6C31-80F5E67D0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81DB8-0E2E-0525-89EC-22D9C9CC8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7127D-4B49-970F-A3C0-798D4A0932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5572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E9FEF-CC6C-AC64-6AE1-7950E04D7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F282C9-5806-8DA7-1C47-D67518AD7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02472-EBC5-5724-AB7D-25C551BB4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75B79-C611-6D8D-D131-9BCA62DE4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581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72528-C78C-9D16-4EC9-AA38E54F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EF05F-D57C-34DB-FE1A-1BF59F345E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FB34D0-2ABD-D0BC-2A14-DA0863FE4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161EC-58CB-9179-0AE4-6046DBF93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1854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C0D16-DA83-43B2-B826-97561E56B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5E6D3F-1F7B-272E-46E3-A3F877DF0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C503D-A262-3024-913A-E9C5933997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81169-5C5F-E658-1FE5-FB31069876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38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image" Target="../media/image4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2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4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3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3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3.xml"/><Relationship Id="rId5" Type="http://schemas.openxmlformats.org/officeDocument/2006/relationships/diagramLayout" Target="../diagrams/layout13.xml"/><Relationship Id="rId4" Type="http://schemas.openxmlformats.org/officeDocument/2006/relationships/diagramData" Target="../diagrams/data13.xml"/></Relationships>
</file>

<file path=ppt/slides/_rels/slide4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4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4.xml"/></Relationships>
</file>

<file path=ppt/slides/_rels/slide4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5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5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5.xml"/><Relationship Id="rId5" Type="http://schemas.openxmlformats.org/officeDocument/2006/relationships/diagramLayout" Target="../diagrams/layout15.xml"/><Relationship Id="rId4" Type="http://schemas.openxmlformats.org/officeDocument/2006/relationships/diagramData" Target="../diagrams/data15.xml"/></Relationships>
</file>

<file path=ppt/slides/_rels/slide4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6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4" Type="http://schemas.openxmlformats.org/officeDocument/2006/relationships/diagramData" Target="../diagrams/data16.xml"/></Relationships>
</file>

<file path=ppt/slides/_rels/slide4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7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7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7.xml"/><Relationship Id="rId5" Type="http://schemas.openxmlformats.org/officeDocument/2006/relationships/diagramLayout" Target="../diagrams/layout17.xml"/><Relationship Id="rId4" Type="http://schemas.openxmlformats.org/officeDocument/2006/relationships/diagramData" Target="../diagrams/data1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881733"/>
            <a:ext cx="4542532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RUET Hall Management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4024179" y="1597938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Members:</a:t>
            </a:r>
            <a:endParaRPr lang="en-US" sz="1100" dirty="0"/>
          </a:p>
          <a:p>
            <a:pPr algn="ctr">
              <a:lnSpc>
                <a:spcPct val="133000"/>
              </a:lnSpc>
              <a:spcAft>
                <a:spcPts val="1250"/>
              </a:spcAft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Aniruddha  2203081 (Backend)</a:t>
            </a:r>
            <a:endParaRPr lang="en-US" sz="1400" dirty="0"/>
          </a:p>
          <a:p>
            <a:pPr algn="ctr">
              <a:lnSpc>
                <a:spcPct val="133000"/>
              </a:lnSpc>
              <a:spcAft>
                <a:spcPts val="1250"/>
              </a:spcAft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Ashfaq  2203161 (Student Panel)</a:t>
            </a:r>
            <a:endParaRPr lang="en-US" sz="1400" dirty="0"/>
          </a:p>
          <a:p>
            <a:pPr algn="ctr">
              <a:lnSpc>
                <a:spcPct val="133000"/>
              </a:lnSpc>
              <a:spcAft>
                <a:spcPts val="1250"/>
              </a:spcAft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Tareq  2203166 (Testing)</a:t>
            </a:r>
            <a:endParaRPr lang="en-US" sz="1400" dirty="0"/>
          </a:p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Sefat  2203172 (Teacher Panel)</a:t>
            </a:r>
            <a:endParaRPr lang="en-US" sz="1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740B1E7-146A-DF55-6AD8-6A4E731DF3AD}"/>
              </a:ext>
            </a:extLst>
          </p:cNvPr>
          <p:cNvSpPr/>
          <p:nvPr/>
        </p:nvSpPr>
        <p:spPr>
          <a:xfrm>
            <a:off x="3925119" y="2571750"/>
            <a:ext cx="4722763" cy="607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7B2C36-1476-03B4-5611-111E8A92E509}"/>
              </a:ext>
            </a:extLst>
          </p:cNvPr>
          <p:cNvSpPr txBox="1"/>
          <p:nvPr/>
        </p:nvSpPr>
        <p:spPr>
          <a:xfrm>
            <a:off x="4024179" y="4153198"/>
            <a:ext cx="4053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>
                <a:solidFill>
                  <a:schemeClr val="bg1"/>
                </a:solidFill>
              </a:rPr>
              <a:t>Course  : 	CSE 3100</a:t>
            </a:r>
          </a:p>
          <a:p>
            <a:r>
              <a:rPr lang="en-SG" sz="1400" dirty="0">
                <a:solidFill>
                  <a:schemeClr val="bg1"/>
                </a:solidFill>
              </a:rPr>
              <a:t>Teacher: 	</a:t>
            </a:r>
            <a:r>
              <a:rPr lang="en-SG" sz="1400" dirty="0" err="1">
                <a:solidFill>
                  <a:schemeClr val="bg1"/>
                </a:solidFill>
              </a:rPr>
              <a:t>Utsha</a:t>
            </a:r>
            <a:r>
              <a:rPr lang="en-SG" sz="1400" dirty="0">
                <a:solidFill>
                  <a:schemeClr val="bg1"/>
                </a:solidFill>
              </a:rPr>
              <a:t> Das, Assistant Professor</a:t>
            </a:r>
          </a:p>
          <a:p>
            <a:r>
              <a:rPr lang="en-SG" sz="1400" dirty="0">
                <a:solidFill>
                  <a:schemeClr val="bg1"/>
                </a:solidFill>
              </a:rPr>
              <a:t>	Department of CSE, RUET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0200AE-A6E6-A14C-18B4-B640DF750D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95169"/>
            <a:ext cx="343428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Problems: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184199" y="1582014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Paper-based applications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Manual coupon management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Slow complaint handling</a:t>
            </a: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 Difficult record tracking</a:t>
            </a:r>
          </a:p>
          <a:p>
            <a:pPr>
              <a:lnSpc>
                <a:spcPct val="133000"/>
              </a:lnSpc>
            </a:pPr>
            <a:endParaRPr lang="en-US" sz="1400" dirty="0">
              <a:solidFill>
                <a:srgbClr val="E0D6DE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>
              <a:lnSpc>
                <a:spcPct val="133000"/>
              </a:lnSpc>
            </a:pPr>
            <a:r>
              <a:rPr lang="en-US" sz="14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</a:t>
            </a:r>
            <a:r>
              <a:rPr lang="en-US" sz="2000" b="1" dirty="0">
                <a:solidFill>
                  <a:srgbClr val="00B050"/>
                </a:solidFill>
                <a:latin typeface="Arial Black" panose="020B0A04020102020204" pitchFamily="34" charset="0"/>
                <a:ea typeface="Inter" pitchFamily="34" charset="-122"/>
                <a:cs typeface="Inter" pitchFamily="34" charset="-120"/>
              </a:rPr>
              <a:t>↓</a:t>
            </a:r>
          </a:p>
          <a:p>
            <a:pPr>
              <a:lnSpc>
                <a:spcPct val="133000"/>
              </a:lnSpc>
            </a:pPr>
            <a:endParaRPr lang="en-US" sz="1400" dirty="0">
              <a:solidFill>
                <a:srgbClr val="E0D6DE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>
              <a:lnSpc>
                <a:spcPct val="133000"/>
              </a:lnSpc>
            </a:pPr>
            <a:r>
              <a:rPr lang="en-US" sz="1600" dirty="0">
                <a:solidFill>
                  <a:schemeClr val="accent4">
                    <a:lumMod val="40000"/>
                    <a:lumOff val="60000"/>
                  </a:scheme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 for Digital Hall Management</a:t>
            </a:r>
            <a:endParaRPr lang="en-US" sz="16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F8D25-9CD5-6158-849F-93DE340A3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D86CFE4B-C39E-6239-9665-A6196287D8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7259540"/>
              </p:ext>
            </p:extLst>
          </p:nvPr>
        </p:nvGraphicFramePr>
        <p:xfrm>
          <a:off x="1455420" y="5397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95BAC610-B741-3403-FD88-3C67C0B761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039" y="500464"/>
            <a:ext cx="343428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Overview</a:t>
            </a:r>
            <a:endParaRPr lang="en-US" sz="230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6320C64-4447-311D-19AC-70A0F20E59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1528145"/>
              </p:ext>
            </p:extLst>
          </p:nvPr>
        </p:nvGraphicFramePr>
        <p:xfrm>
          <a:off x="3047999" y="1236896"/>
          <a:ext cx="3289502" cy="3068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16A8221-E819-56CE-B085-DA25635D81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29FD1-ED78-8C61-E132-B37953B72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987D8F-EAE5-5139-3E5B-45C934F85DDF}"/>
              </a:ext>
            </a:extLst>
          </p:cNvPr>
          <p:cNvSpPr/>
          <p:nvPr/>
        </p:nvSpPr>
        <p:spPr>
          <a:xfrm>
            <a:off x="618039" y="500464"/>
            <a:ext cx="343428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Overview</a:t>
            </a:r>
            <a:endParaRPr lang="en-US" sz="2300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C1C05BEA-1B5F-CB56-804B-E7AD22BAB3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7752599"/>
              </p:ext>
            </p:extLst>
          </p:nvPr>
        </p:nvGraphicFramePr>
        <p:xfrm>
          <a:off x="274319" y="1137836"/>
          <a:ext cx="3289502" cy="3068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165571A-6FE0-4AEC-5E7F-0A75D8DC50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5272924"/>
              </p:ext>
            </p:extLst>
          </p:nvPr>
        </p:nvGraphicFramePr>
        <p:xfrm>
          <a:off x="3657600" y="1264920"/>
          <a:ext cx="4800600" cy="2773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D9BF90A-D3C2-BB5F-B6D0-A6B02BF3594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370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BA20E-CF31-F3CB-8982-8168EDA3C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9AEC50-BD23-9347-A503-9FCC8A2BCADF}"/>
              </a:ext>
            </a:extLst>
          </p:cNvPr>
          <p:cNvSpPr/>
          <p:nvPr/>
        </p:nvSpPr>
        <p:spPr>
          <a:xfrm>
            <a:off x="618039" y="725822"/>
            <a:ext cx="492170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Role-Based Access Control (RBAC)</a:t>
            </a:r>
            <a:endParaRPr lang="en-US" sz="2300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2AB9D12-B8C3-8EA2-92D6-4E5204D01F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1239620"/>
              </p:ext>
            </p:extLst>
          </p:nvPr>
        </p:nvGraphicFramePr>
        <p:xfrm>
          <a:off x="807720" y="1333499"/>
          <a:ext cx="7338060" cy="2806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9E6A7000-AF0E-987F-D561-0231957D83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BEC4B9-1C36-B594-C525-A6DB868AEE41}"/>
              </a:ext>
            </a:extLst>
          </p:cNvPr>
          <p:cNvSpPr txBox="1"/>
          <p:nvPr/>
        </p:nvSpPr>
        <p:spPr>
          <a:xfrm>
            <a:off x="1866900" y="4213366"/>
            <a:ext cx="1996440" cy="408623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Finance Manager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4968DB-C70E-5744-3ABF-DED02C2A4616}"/>
              </a:ext>
            </a:extLst>
          </p:cNvPr>
          <p:cNvSpPr txBox="1"/>
          <p:nvPr/>
        </p:nvSpPr>
        <p:spPr>
          <a:xfrm>
            <a:off x="4282442" y="4220492"/>
            <a:ext cx="1996440" cy="408623"/>
          </a:xfrm>
          <a:prstGeom prst="round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Inventory Manager</a:t>
            </a:r>
          </a:p>
        </p:txBody>
      </p:sp>
    </p:spTree>
    <p:extLst>
      <p:ext uri="{BB962C8B-B14F-4D97-AF65-F5344CB8AC3E}">
        <p14:creationId xmlns:p14="http://schemas.microsoft.com/office/powerpoint/2010/main" val="3212715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FBC86-7942-5F9A-E68C-D42F271A0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365BF4-F86B-C457-97A5-421317223628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Panel Features</a:t>
            </a:r>
            <a:endParaRPr lang="en-US" sz="2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A56150D-1FA2-9510-1C8A-44D92BF227AE}"/>
              </a:ext>
            </a:extLst>
          </p:cNvPr>
          <p:cNvSpPr/>
          <p:nvPr/>
        </p:nvSpPr>
        <p:spPr>
          <a:xfrm>
            <a:off x="4023363" y="242021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AFD437-1A68-418A-1A4A-623773283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C68A6E37-20DD-F725-8F00-EF4F4114038E}"/>
              </a:ext>
            </a:extLst>
          </p:cNvPr>
          <p:cNvSpPr/>
          <p:nvPr/>
        </p:nvSpPr>
        <p:spPr>
          <a:xfrm>
            <a:off x="4077111" y="322648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</a:t>
            </a:r>
            <a:endParaRPr lang="en-US" sz="23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CFE46A-27CE-73F7-CF3A-AF081F7E95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10" b="4500"/>
          <a:stretch>
            <a:fillRect/>
          </a:stretch>
        </p:blipFill>
        <p:spPr>
          <a:xfrm>
            <a:off x="5905092" y="242021"/>
            <a:ext cx="2673657" cy="474163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628050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1C27A-9F14-041C-0BDA-7083895DF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E484EE-29F0-35CF-32B2-2B3F54C6508F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Panel Features</a:t>
            </a:r>
            <a:endParaRPr lang="en-US" sz="2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257D9D-F2E0-D69C-56E4-D69E70C888B6}"/>
              </a:ext>
            </a:extLst>
          </p:cNvPr>
          <p:cNvSpPr/>
          <p:nvPr/>
        </p:nvSpPr>
        <p:spPr>
          <a:xfrm>
            <a:off x="4023363" y="242021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E8C894-D077-4180-CE73-E1478C53D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CFE3C00-C483-8E34-B0FB-074F46C93A42}"/>
              </a:ext>
            </a:extLst>
          </p:cNvPr>
          <p:cNvSpPr/>
          <p:nvPr/>
        </p:nvSpPr>
        <p:spPr>
          <a:xfrm>
            <a:off x="4077111" y="322648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</a:t>
            </a:r>
            <a:endParaRPr lang="en-US" sz="23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308427-BABA-589E-21D9-DE88CEEF39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10" b="4500"/>
          <a:stretch>
            <a:fillRect/>
          </a:stretch>
        </p:blipFill>
        <p:spPr>
          <a:xfrm>
            <a:off x="102437" y="1432560"/>
            <a:ext cx="1031203" cy="18288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698192-3D56-D5C0-4B08-BF254A8668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878" b="5959"/>
          <a:stretch>
            <a:fillRect/>
          </a:stretch>
        </p:blipFill>
        <p:spPr>
          <a:xfrm>
            <a:off x="1290604" y="904926"/>
            <a:ext cx="7647013" cy="383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305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61FC0-C5E0-5699-D7E5-E249B7FA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85274F-4430-98CE-DA5C-BA1D67291FC3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Panel Features</a:t>
            </a:r>
            <a:endParaRPr lang="en-US" sz="2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2C71D4C-9485-33D2-E5C1-69A2A7CFA995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A01C62-D7FA-D8FE-C286-C13E162FF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ABAF7FC-D6D5-58CA-464E-426B4A5DC5BD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Coupon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Purchase</a:t>
            </a:r>
            <a:endParaRPr lang="en-US" sz="1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837259-19C1-4F79-D373-2F94749002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06" b="4706"/>
          <a:stretch>
            <a:fillRect/>
          </a:stretch>
        </p:blipFill>
        <p:spPr>
          <a:xfrm>
            <a:off x="3247692" y="1009687"/>
            <a:ext cx="2063448" cy="37813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758A18-08A7-4A76-72C7-FF44AFFACA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706" b="6853"/>
          <a:stretch>
            <a:fillRect/>
          </a:stretch>
        </p:blipFill>
        <p:spPr>
          <a:xfrm>
            <a:off x="6127499" y="614166"/>
            <a:ext cx="2315462" cy="4301644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D205CF17-5DD5-0C95-BA4F-B84BB5D7355C}"/>
              </a:ext>
            </a:extLst>
          </p:cNvPr>
          <p:cNvSpPr/>
          <p:nvPr/>
        </p:nvSpPr>
        <p:spPr>
          <a:xfrm>
            <a:off x="5417820" y="2764988"/>
            <a:ext cx="531091" cy="37214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34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C2F80-13F9-2499-3528-BF17D51A1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44E04B-C2FA-B5C5-77C3-FF7949F4D4CF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Panel Features</a:t>
            </a:r>
            <a:endParaRPr lang="en-US" sz="2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5F9FA6-5BB5-6CB5-942F-85B516C17695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8685B-B2AC-FA00-33ED-84F3064BF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F2A645A-94B3-6745-77C2-3CEC8D4CB2A9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Coupon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Purchase</a:t>
            </a:r>
            <a:endParaRPr lang="en-US" sz="1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9FBCF1-453F-6D71-61C8-30AFEE4983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06" b="6853"/>
          <a:stretch>
            <a:fillRect/>
          </a:stretch>
        </p:blipFill>
        <p:spPr>
          <a:xfrm>
            <a:off x="256047" y="1828345"/>
            <a:ext cx="1107934" cy="20583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627BC5-EE7F-98D7-4DD9-9FC60A2745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926" b="6853"/>
          <a:stretch>
            <a:fillRect/>
          </a:stretch>
        </p:blipFill>
        <p:spPr>
          <a:xfrm>
            <a:off x="1606230" y="936675"/>
            <a:ext cx="7281723" cy="3787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927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8C381-E666-8A91-48A8-C6A63E14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A24409-10E2-A06B-BE8E-E7B32B76CE6A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Panel Features</a:t>
            </a:r>
            <a:endParaRPr lang="en-US" sz="2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80F61B-3BDD-011E-706C-1B683306DEDA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CC23ED-166F-99F4-20AF-7EE694E19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63D870A-0DED-ED89-134F-68AD2D05880B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Coupon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Purchase</a:t>
            </a:r>
            <a:endParaRPr lang="en-US" sz="1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65B6C2-797E-3B0C-C2D8-DEDB8F646E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06" b="6853"/>
          <a:stretch>
            <a:fillRect/>
          </a:stretch>
        </p:blipFill>
        <p:spPr>
          <a:xfrm>
            <a:off x="256047" y="1828345"/>
            <a:ext cx="1107934" cy="20583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364495-62B1-5D7C-0AD2-A479F40367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926" b="6853"/>
          <a:stretch>
            <a:fillRect/>
          </a:stretch>
        </p:blipFill>
        <p:spPr>
          <a:xfrm>
            <a:off x="1648934" y="2103314"/>
            <a:ext cx="2153374" cy="11199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2612C9-2E31-C7C1-7538-CC4620059B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0840" y="242021"/>
            <a:ext cx="2621679" cy="4613608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DC457EFD-44E1-85B2-0601-D8597A49C265}"/>
              </a:ext>
            </a:extLst>
          </p:cNvPr>
          <p:cNvSpPr/>
          <p:nvPr/>
        </p:nvSpPr>
        <p:spPr>
          <a:xfrm>
            <a:off x="4399669" y="2671427"/>
            <a:ext cx="1155311" cy="37214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A0451-9094-6B48-29C8-D6D07108A730}"/>
              </a:ext>
            </a:extLst>
          </p:cNvPr>
          <p:cNvSpPr txBox="1"/>
          <p:nvPr/>
        </p:nvSpPr>
        <p:spPr>
          <a:xfrm>
            <a:off x="4282859" y="2025096"/>
            <a:ext cx="125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dirty="0">
                <a:solidFill>
                  <a:schemeClr val="bg1"/>
                </a:solidFill>
              </a:rPr>
              <a:t>Token sent to email</a:t>
            </a:r>
          </a:p>
        </p:txBody>
      </p:sp>
    </p:spTree>
    <p:extLst>
      <p:ext uri="{BB962C8B-B14F-4D97-AF65-F5344CB8AC3E}">
        <p14:creationId xmlns:p14="http://schemas.microsoft.com/office/powerpoint/2010/main" val="4140600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C9A74-8714-37AE-3877-A9372A5C5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1D0378-8848-07EF-C565-A75088000E80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Panel Features</a:t>
            </a:r>
            <a:endParaRPr lang="en-US" sz="2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3BD557-E7D6-2D2C-F3A9-CA9623F45EFA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E2DAEEB-F356-558C-C38D-C7E748913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D0D2524-575F-F742-02F6-CEC7C8FD7E41}"/>
              </a:ext>
            </a:extLst>
          </p:cNvPr>
          <p:cNvSpPr/>
          <p:nvPr/>
        </p:nvSpPr>
        <p:spPr>
          <a:xfrm>
            <a:off x="3802307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Coupon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History</a:t>
            </a:r>
            <a:endParaRPr lang="en-US" sz="1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512135-17E8-C2BA-DB68-E6886CFCFC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6339" y="936675"/>
            <a:ext cx="7166023" cy="405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94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4FD10-A97E-2262-3DEC-6F00F77D0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8FA48A-00EB-3BAC-ED96-B0020CF0EA57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Panel Features</a:t>
            </a:r>
            <a:endParaRPr lang="en-US" sz="2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F2B0AD-9F95-1D0A-7DB4-368320CD3A7F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7FE1C5-8EF6-FB25-F0E2-F41E04FF2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C8F7C7A-35F6-5A8A-E738-5B1AA33BE41F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Seat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Application</a:t>
            </a:r>
            <a:endParaRPr lang="en-US" sz="1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08C85-5553-97AA-DB80-473C06A30A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841" b="4705"/>
          <a:stretch>
            <a:fillRect/>
          </a:stretch>
        </p:blipFill>
        <p:spPr>
          <a:xfrm>
            <a:off x="765328" y="886216"/>
            <a:ext cx="7901940" cy="408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61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BF575-7C32-72DD-7170-20590148E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E3C1E3-1600-C6D3-9CDD-1D46A4D20DC9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Panel Features</a:t>
            </a:r>
            <a:endParaRPr lang="en-US" sz="2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F250AE-1A80-7020-B163-84D379BD3147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39B290-59C2-DAB9-CC86-BA3776691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D90699F-E097-81C9-9B4B-C537065A884A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Seat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Application</a:t>
            </a:r>
            <a:endParaRPr lang="en-US" sz="1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8C7ED2-48A1-AA48-FD76-C6FD28E22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868030"/>
            <a:ext cx="6742934" cy="41687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D9A65C-BAB9-9E7F-1ED0-AAF75E42DAB3}"/>
              </a:ext>
            </a:extLst>
          </p:cNvPr>
          <p:cNvSpPr txBox="1"/>
          <p:nvPr/>
        </p:nvSpPr>
        <p:spPr>
          <a:xfrm>
            <a:off x="5904474" y="324054"/>
            <a:ext cx="199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After approval</a:t>
            </a:r>
          </a:p>
        </p:txBody>
      </p:sp>
    </p:spTree>
    <p:extLst>
      <p:ext uri="{BB962C8B-B14F-4D97-AF65-F5344CB8AC3E}">
        <p14:creationId xmlns:p14="http://schemas.microsoft.com/office/powerpoint/2010/main" val="23286148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28C79-9935-E417-78E9-31AD32D0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A909DF-FA27-C189-988E-4AC2ACBB276D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Panel Features</a:t>
            </a:r>
            <a:endParaRPr lang="en-US" sz="2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F945804-B3A4-9157-C76C-CF50748091BA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A8745E-A595-E4CF-B188-CF83999EF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ADBBB70-F7C3-8091-342E-F4C5F9DFDDDE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Seat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Application</a:t>
            </a:r>
            <a:endParaRPr lang="en-US" sz="1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1ECE39-A335-EECF-57A9-88B8F0BB9EF8}"/>
              </a:ext>
            </a:extLst>
          </p:cNvPr>
          <p:cNvSpPr txBox="1"/>
          <p:nvPr/>
        </p:nvSpPr>
        <p:spPr>
          <a:xfrm>
            <a:off x="6017748" y="242020"/>
            <a:ext cx="1883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After payment &amp; room allocation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8677F9-2327-0378-2907-88624904A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009" y="1055570"/>
            <a:ext cx="6551051" cy="401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319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7E8F4-5BA3-21DF-4477-5611E8EDC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BB69EF-DAC8-EE9E-E8EC-329AF5014ECD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Student Panel Features</a:t>
            </a:r>
            <a:endParaRPr lang="en-US" sz="2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09FBC7-8486-EB20-AE9D-84C861C7A08C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349BAC-692F-0201-806F-1FD5553B9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8FA7CDB-FDD1-8178-3C4C-9C7464D4E3AE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Complaint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Submission</a:t>
            </a:r>
            <a:endParaRPr lang="en-US" sz="1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DBE156-DE73-B0EF-948B-C2A65FAD4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19" y="936675"/>
            <a:ext cx="7069447" cy="415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11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E4E12-3B3A-2DC9-7FA5-3430CFF2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C02660-D7BD-D2BE-A38F-D52111C63F5D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B862052-D469-1B6D-1EBC-5E1C2EBEE400}"/>
              </a:ext>
            </a:extLst>
          </p:cNvPr>
          <p:cNvSpPr/>
          <p:nvPr/>
        </p:nvSpPr>
        <p:spPr>
          <a:xfrm>
            <a:off x="4023363" y="242021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D69CB9-6D36-91A1-F68E-3F69C4018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9E9A8D3-BACB-F4E2-2ADD-6B00070CFF7D}"/>
              </a:ext>
            </a:extLst>
          </p:cNvPr>
          <p:cNvSpPr/>
          <p:nvPr/>
        </p:nvSpPr>
        <p:spPr>
          <a:xfrm>
            <a:off x="4077111" y="322648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</a:t>
            </a:r>
            <a:endParaRPr lang="en-US" sz="23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ECDCC4-A0D1-796E-7172-24B95E7D7A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06" b="4706"/>
          <a:stretch>
            <a:fillRect/>
          </a:stretch>
        </p:blipFill>
        <p:spPr>
          <a:xfrm>
            <a:off x="6034632" y="186794"/>
            <a:ext cx="2673657" cy="4750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53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60CB9-D91F-F561-25B7-8150D1D40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255C6C-4C48-3FE4-4AC6-1B21FB2B4752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16734E-78AF-1533-A2B2-A8CF293D9613}"/>
              </a:ext>
            </a:extLst>
          </p:cNvPr>
          <p:cNvSpPr/>
          <p:nvPr/>
        </p:nvSpPr>
        <p:spPr>
          <a:xfrm>
            <a:off x="4023363" y="242021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BB122C-F8C7-1EC8-B9B3-0C88ED09D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D0C7B52-D6FD-2B18-5956-7DD187B2346D}"/>
              </a:ext>
            </a:extLst>
          </p:cNvPr>
          <p:cNvSpPr/>
          <p:nvPr/>
        </p:nvSpPr>
        <p:spPr>
          <a:xfrm>
            <a:off x="4077111" y="322648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</a:t>
            </a:r>
            <a:endParaRPr lang="en-US" sz="23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1C8DC0-F006-6804-453F-CC0D3DDFFA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706" b="4706"/>
          <a:stretch>
            <a:fillRect/>
          </a:stretch>
        </p:blipFill>
        <p:spPr>
          <a:xfrm>
            <a:off x="207527" y="1623060"/>
            <a:ext cx="1209283" cy="2148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96A063-7A11-32C6-9B5A-AB329B4504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706" b="6272"/>
          <a:stretch>
            <a:fillRect/>
          </a:stretch>
        </p:blipFill>
        <p:spPr>
          <a:xfrm>
            <a:off x="1720334" y="936675"/>
            <a:ext cx="7216139" cy="388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2314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1A309-223D-E61F-9704-47359B816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3DC437D-BC28-77EF-8813-8140C22471B0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62C586-9283-B8B5-3552-76668FC6F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D0C34F-9BC2-F675-8ACA-1BF76A6DE212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267BB82B-0FAF-42A3-8150-66B4B047BFDA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Dining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Management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0A1EFB-FD3B-18FC-4A8D-4911F0CBF5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14" b="4705"/>
          <a:stretch>
            <a:fillRect/>
          </a:stretch>
        </p:blipFill>
        <p:spPr>
          <a:xfrm>
            <a:off x="2767356" y="936675"/>
            <a:ext cx="2238839" cy="41888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8EF4EDE-52C1-65CE-85C5-DED7B6AEB1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23" t="3556" r="123" b="4592"/>
          <a:stretch>
            <a:fillRect/>
          </a:stretch>
        </p:blipFill>
        <p:spPr>
          <a:xfrm>
            <a:off x="5720540" y="936674"/>
            <a:ext cx="2180374" cy="418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030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55B5D-ED94-37E7-1D3F-C85234B2B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245264D-1C86-CAE4-486E-6D37F5D281DC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4B3E27-66D5-6E33-01F0-65C04106A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4E08EE-41EE-6386-D7EE-4455D6A443EF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8444241E-27E2-8E8D-8339-9CC91F042495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Dining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Management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B8A3F3-ACF5-AE76-2FD8-BC04BCB46A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14" b="4705"/>
          <a:stretch>
            <a:fillRect/>
          </a:stretch>
        </p:blipFill>
        <p:spPr>
          <a:xfrm>
            <a:off x="227567" y="1016198"/>
            <a:ext cx="910823" cy="17041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D66289-6A48-096F-F443-65ED770D873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23" t="3556" r="123" b="4592"/>
          <a:stretch>
            <a:fillRect/>
          </a:stretch>
        </p:blipFill>
        <p:spPr>
          <a:xfrm>
            <a:off x="195829" y="2961117"/>
            <a:ext cx="974297" cy="18717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67FFB5-BC21-EFFC-F9AD-AEC5B6EB4B6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706" b="4706"/>
          <a:stretch>
            <a:fillRect/>
          </a:stretch>
        </p:blipFill>
        <p:spPr>
          <a:xfrm>
            <a:off x="1882140" y="1005640"/>
            <a:ext cx="6728460" cy="382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698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2A58E-D2FC-6438-E8DE-6E9EF90E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6DCD3F9-06B0-6852-C260-4E07AE66F024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D45A06-849F-3347-8E60-F356A7583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6A6CCD-AAC3-B3AB-573A-007F74A50340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2508801-2AB7-5CD8-DB40-82774B8421CE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Dining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Management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6B6DE0-1C78-2C31-3510-E7FFFF2010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814" b="4705"/>
          <a:stretch>
            <a:fillRect/>
          </a:stretch>
        </p:blipFill>
        <p:spPr>
          <a:xfrm>
            <a:off x="227567" y="1016198"/>
            <a:ext cx="910823" cy="17041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77B273-1BAD-A671-C272-42BEC1DC67B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23" t="3556" r="123" b="4592"/>
          <a:stretch>
            <a:fillRect/>
          </a:stretch>
        </p:blipFill>
        <p:spPr>
          <a:xfrm>
            <a:off x="195829" y="2961117"/>
            <a:ext cx="974297" cy="18717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C4C58E-1059-38DB-D6D3-6B21289E10E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8417" t="24296" r="3834" b="6852"/>
          <a:stretch>
            <a:fillRect/>
          </a:stretch>
        </p:blipFill>
        <p:spPr>
          <a:xfrm>
            <a:off x="1623060" y="1190444"/>
            <a:ext cx="7109460" cy="354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07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52C92-16D7-B982-C16E-7068233B9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567411-87B0-7D39-FAEF-55151FF4FB20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197D0E9-91F2-AC06-EE3C-13898799E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D23A16-9398-4EE3-17FC-40F832B6AC27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9585A74-5FB4-54B7-1B7E-750488B8D587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Report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03A529-F98A-D43E-A328-3E9A85A9C6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074" r="45417" b="28297"/>
          <a:stretch>
            <a:fillRect/>
          </a:stretch>
        </p:blipFill>
        <p:spPr>
          <a:xfrm>
            <a:off x="1614958" y="962069"/>
            <a:ext cx="6202680" cy="393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654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95D66-3B8A-EEB5-EA43-2924EC60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10C1BC-5101-336E-F066-54B502E615CB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83E833-7EB5-8410-26B4-7F807FACE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A06F5B-2583-4907-2006-AA63569601C9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CAD3D0E1-311A-B36D-111B-5E212AE53E17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Report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A2EDA7-54E4-AFD9-FCBB-31723E4D52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074" r="45417" b="28297"/>
          <a:stretch>
            <a:fillRect/>
          </a:stretch>
        </p:blipFill>
        <p:spPr>
          <a:xfrm>
            <a:off x="220498" y="1152569"/>
            <a:ext cx="1964577" cy="12477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8B6E2F-BE51-3E18-9AF0-D77760E751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5381" y="878688"/>
            <a:ext cx="6009815" cy="415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351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D18A7-E4A1-2667-8980-C3F8C252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D27357-848D-6D17-5B5F-03CA8F87060A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CB25D-D4AD-7C0C-EEFD-F544649D6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F6A5FD0-522E-AE6F-EFD2-FA426B5FEDB8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223FE51-15BF-887C-0551-39D3EB2F5BF6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Report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Generate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656D5E-2C20-8D98-8F62-D609DC1195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074" r="45417" b="28297"/>
          <a:stretch>
            <a:fillRect/>
          </a:stretch>
        </p:blipFill>
        <p:spPr>
          <a:xfrm>
            <a:off x="220498" y="1152569"/>
            <a:ext cx="1964577" cy="12477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770A88-6C2E-B78D-715C-BCDF39857A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901" y="2777448"/>
            <a:ext cx="2864347" cy="19781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5237C0-0F77-F102-43DE-EFD8C57F77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8276" y="1046174"/>
            <a:ext cx="5708564" cy="363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86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31A04-2BA9-67E3-967B-64ECB2EB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953A55-5DAF-91B4-D686-8591AE796480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5805CC-00F9-C847-36B6-9C2F22384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F6D3BB-7257-1898-D7C6-6AA0929F7C48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66B65C28-4715-5827-01FE-C55F801A6940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DSW Seat 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Approval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67355A-806C-D805-A172-9C4DFA383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116" y="866859"/>
            <a:ext cx="7174364" cy="41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950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74F7B-18F0-B91F-CD25-FDDC91301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7F86AC-CE33-AC3F-F2E1-CB34073C25ED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6A9683-8711-58B4-91BB-D928C8A81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56487D-8043-0D60-E2B1-2F64E9548A41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7086244A-5DCB-AAF3-4FFE-D00E6878B9F0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Complaint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1D5513-C30F-994B-C520-B2B8A01BD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08" y="862946"/>
            <a:ext cx="7536180" cy="41844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5990E10-0A31-8D8C-82FC-6F30472000A0}"/>
              </a:ext>
            </a:extLst>
          </p:cNvPr>
          <p:cNvSpPr txBox="1"/>
          <p:nvPr/>
        </p:nvSpPr>
        <p:spPr>
          <a:xfrm>
            <a:off x="6253968" y="265185"/>
            <a:ext cx="223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Complaint Received</a:t>
            </a:r>
          </a:p>
        </p:txBody>
      </p:sp>
    </p:spTree>
    <p:extLst>
      <p:ext uri="{BB962C8B-B14F-4D97-AF65-F5344CB8AC3E}">
        <p14:creationId xmlns:p14="http://schemas.microsoft.com/office/powerpoint/2010/main" val="1886165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63D95-47D8-9599-6165-4242D7686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91438A-C23C-94DB-F48D-BF90AEBE346A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382CF0-5ED1-8F3A-252E-5EAF40055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7843C5-865C-B33C-7C84-6A9953100DEE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B372BAF-E068-1ECD-CB49-D70A2BDAD429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Complaint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DF37F3-6C87-99FC-1846-DAF19CC4B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8" y="2211686"/>
            <a:ext cx="1574817" cy="874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963747-9FF8-8F8F-F775-63A8190E18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8820" y="1098096"/>
            <a:ext cx="6865620" cy="36421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E761BF-765B-A4DC-01BE-7BD0DB5F67E6}"/>
              </a:ext>
            </a:extLst>
          </p:cNvPr>
          <p:cNvSpPr txBox="1"/>
          <p:nvPr/>
        </p:nvSpPr>
        <p:spPr>
          <a:xfrm>
            <a:off x="6147288" y="324054"/>
            <a:ext cx="223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Complaint Verified</a:t>
            </a:r>
          </a:p>
        </p:txBody>
      </p:sp>
    </p:spTree>
    <p:extLst>
      <p:ext uri="{BB962C8B-B14F-4D97-AF65-F5344CB8AC3E}">
        <p14:creationId xmlns:p14="http://schemas.microsoft.com/office/powerpoint/2010/main" val="1221364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C83B-FDE5-CC04-6941-6670F1145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660A04-B19A-B032-12E4-497188588490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0A9E04-1AFB-BCEB-88B3-17FF4155F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22E51E-53E5-0A21-E348-D81A864FBFB2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436788E9-6AAE-1275-7BE9-3626DD2525DC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Complaint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7BAE9A-594D-C5B4-39EC-5E9384F76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88" y="2211686"/>
            <a:ext cx="1574817" cy="874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5009E2-AD3D-F33C-E6DF-E10A7ACEF6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8820" y="2211686"/>
            <a:ext cx="1648320" cy="8744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05C46-2B1B-D12A-7EE2-9A76490515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2621"/>
          <a:stretch>
            <a:fillRect/>
          </a:stretch>
        </p:blipFill>
        <p:spPr>
          <a:xfrm>
            <a:off x="3802309" y="1781038"/>
            <a:ext cx="5135952" cy="1962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F7C4C5-470E-6A40-BB7B-282DB46BE2B5}"/>
              </a:ext>
            </a:extLst>
          </p:cNvPr>
          <p:cNvSpPr txBox="1"/>
          <p:nvPr/>
        </p:nvSpPr>
        <p:spPr>
          <a:xfrm>
            <a:off x="6154908" y="428093"/>
            <a:ext cx="2230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Complaint Fixed</a:t>
            </a:r>
          </a:p>
        </p:txBody>
      </p:sp>
    </p:spTree>
    <p:extLst>
      <p:ext uri="{BB962C8B-B14F-4D97-AF65-F5344CB8AC3E}">
        <p14:creationId xmlns:p14="http://schemas.microsoft.com/office/powerpoint/2010/main" val="3796986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FBB68-9DE1-AD7E-E5AB-7443CC8DE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5B53DD-3E17-C918-1A49-0783A91556A0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E5D0979-6E29-92C1-1865-B658368F2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09E813-1002-3397-60D3-A4F28B97B9EC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F1775DF-926A-2EB8-98E6-6656A932E604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Finance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303E58-23A3-DE80-952F-DCE43842C880}"/>
              </a:ext>
            </a:extLst>
          </p:cNvPr>
          <p:cNvSpPr txBox="1"/>
          <p:nvPr/>
        </p:nvSpPr>
        <p:spPr>
          <a:xfrm>
            <a:off x="5815315" y="324054"/>
            <a:ext cx="3043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Create Due / Record Payment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E6BA39-6DD7-283C-F0DC-EF8A914C8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61" y="884201"/>
            <a:ext cx="7559078" cy="4259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8857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6C9A3-57CE-B9E0-08F1-BEC9CDC43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256653-5B8E-2381-C995-FFCA1AA6A19D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E396C6-798C-176A-C914-C5B44D875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3C6536-6ED7-2366-C489-EB81AE980469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15DF015D-1B32-5453-6B04-40E64B3BBAB5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Finance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E3F778-3F7A-822B-12D9-8B803C1CBD63}"/>
              </a:ext>
            </a:extLst>
          </p:cNvPr>
          <p:cNvSpPr txBox="1"/>
          <p:nvPr/>
        </p:nvSpPr>
        <p:spPr>
          <a:xfrm>
            <a:off x="6553429" y="324054"/>
            <a:ext cx="1347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Expenses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DA5C90-4D4E-F5E7-313E-0EBC875D1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62" y="2187080"/>
            <a:ext cx="1365364" cy="7693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4A4D19-EEBB-5F26-589F-5529ACAA2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4980" y="1020553"/>
            <a:ext cx="7330440" cy="358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05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27B1F-36DD-D819-FEB7-1062A3DC6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7C6256-E27D-A1E6-530D-888707BD2779}"/>
              </a:ext>
            </a:extLst>
          </p:cNvPr>
          <p:cNvSpPr/>
          <p:nvPr/>
        </p:nvSpPr>
        <p:spPr>
          <a:xfrm>
            <a:off x="618039" y="403276"/>
            <a:ext cx="353486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Panel Features</a:t>
            </a:r>
            <a:endParaRPr lang="en-US" sz="2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064F24-FB4F-5BD4-D793-97C2EA588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4" y="4791026"/>
            <a:ext cx="1243085" cy="35247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B23D80B-EAE2-32AC-12B7-4D087E28645C}"/>
              </a:ext>
            </a:extLst>
          </p:cNvPr>
          <p:cNvSpPr/>
          <p:nvPr/>
        </p:nvSpPr>
        <p:spPr>
          <a:xfrm>
            <a:off x="3942870" y="242020"/>
            <a:ext cx="1546858" cy="533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noFill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A2E94EEA-9397-07C8-FF2C-B655612C4E44}"/>
              </a:ext>
            </a:extLst>
          </p:cNvPr>
          <p:cNvSpPr/>
          <p:nvPr/>
        </p:nvSpPr>
        <p:spPr>
          <a:xfrm>
            <a:off x="3802308" y="242021"/>
            <a:ext cx="1827981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Notification</a:t>
            </a:r>
          </a:p>
          <a:p>
            <a:pPr algn="ctr">
              <a:lnSpc>
                <a:spcPct val="104000"/>
              </a:lnSpc>
            </a:pPr>
            <a:r>
              <a:rPr lang="en-US" sz="16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Portal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AB2CA8-F6CE-20A6-F6B3-A9A09D1E5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360" y="971746"/>
            <a:ext cx="7604760" cy="417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795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97091" y="2141608"/>
            <a:ext cx="5005001" cy="463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— High-Level Flow</a:t>
            </a:r>
            <a:endParaRPr lang="en-US" sz="3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31D4243-C01D-8BB2-9731-AB9D8A945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15412-D392-5402-054E-6E0F2CEA8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0B25AB-A5DF-ABDA-E6E1-A02538145426}"/>
              </a:ext>
            </a:extLst>
          </p:cNvPr>
          <p:cNvSpPr/>
          <p:nvPr/>
        </p:nvSpPr>
        <p:spPr>
          <a:xfrm>
            <a:off x="762751" y="279607"/>
            <a:ext cx="5005001" cy="4630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— High-Level Flow</a:t>
            </a:r>
            <a:endParaRPr lang="en-US" sz="15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7ECA297-B0CE-F644-64E8-B7035A169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911" y="786370"/>
            <a:ext cx="4498256" cy="3570759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CE352D6-BD6C-0646-4A2A-28B4D54C672D}"/>
              </a:ext>
            </a:extLst>
          </p:cNvPr>
          <p:cNvSpPr/>
          <p:nvPr/>
        </p:nvSpPr>
        <p:spPr>
          <a:xfrm>
            <a:off x="4161858" y="2290245"/>
            <a:ext cx="808363" cy="582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Flow</a:t>
            </a:r>
            <a:endParaRPr lang="en-US" sz="1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B2C5BCE-0E72-B41C-6150-9A19E5A0FDBA}"/>
              </a:ext>
            </a:extLst>
          </p:cNvPr>
          <p:cNvSpPr/>
          <p:nvPr/>
        </p:nvSpPr>
        <p:spPr>
          <a:xfrm>
            <a:off x="4957077" y="1077393"/>
            <a:ext cx="1202583" cy="388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(Web/Mobile)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D61F6F1-2394-01EB-3314-AC2B5D61F69B}"/>
              </a:ext>
            </a:extLst>
          </p:cNvPr>
          <p:cNvSpPr/>
          <p:nvPr/>
        </p:nvSpPr>
        <p:spPr>
          <a:xfrm>
            <a:off x="4957077" y="1518131"/>
            <a:ext cx="1202583" cy="24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devices interacting</a:t>
            </a:r>
            <a:endParaRPr lang="en-US" sz="9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20A6BCA-B208-1955-05B8-CE318D4AB978}"/>
              </a:ext>
            </a:extLst>
          </p:cNvPr>
          <p:cNvSpPr/>
          <p:nvPr/>
        </p:nvSpPr>
        <p:spPr>
          <a:xfrm>
            <a:off x="2952600" y="1174433"/>
            <a:ext cx="1202583" cy="19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Redis Cache</a:t>
            </a:r>
            <a:endParaRPr lang="en-US" sz="12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25DDB36-ABE6-A9DB-909D-A11F8F86AE8C}"/>
              </a:ext>
            </a:extLst>
          </p:cNvPr>
          <p:cNvSpPr/>
          <p:nvPr/>
        </p:nvSpPr>
        <p:spPr>
          <a:xfrm>
            <a:off x="2952600" y="1421091"/>
            <a:ext cx="1202583" cy="24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Low-latency caching layer</a:t>
            </a:r>
            <a:endParaRPr lang="en-US" sz="9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64283CC-1B5F-8601-B030-EC5345C2ACED}"/>
              </a:ext>
            </a:extLst>
          </p:cNvPr>
          <p:cNvSpPr/>
          <p:nvPr/>
        </p:nvSpPr>
        <p:spPr>
          <a:xfrm>
            <a:off x="2952600" y="3326678"/>
            <a:ext cx="1202583" cy="582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Express Backend Services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806A78F-5D32-4E43-B245-77200953CE66}"/>
              </a:ext>
            </a:extLst>
          </p:cNvPr>
          <p:cNvSpPr/>
          <p:nvPr/>
        </p:nvSpPr>
        <p:spPr>
          <a:xfrm>
            <a:off x="2952600" y="3961498"/>
            <a:ext cx="1202583" cy="24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Auth, Admissions, Finance, Inventory</a:t>
            </a:r>
            <a:endParaRPr lang="en-US" sz="9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E29946C-A81F-E4DE-8E24-6F0A0CD89A93}"/>
              </a:ext>
            </a:extLst>
          </p:cNvPr>
          <p:cNvSpPr/>
          <p:nvPr/>
        </p:nvSpPr>
        <p:spPr>
          <a:xfrm>
            <a:off x="4957077" y="3520657"/>
            <a:ext cx="1202583" cy="19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B4858B5-3940-CD32-D3F5-D8F0474454C8}"/>
              </a:ext>
            </a:extLst>
          </p:cNvPr>
          <p:cNvSpPr/>
          <p:nvPr/>
        </p:nvSpPr>
        <p:spPr>
          <a:xfrm>
            <a:off x="4957077" y="3767314"/>
            <a:ext cx="1202583" cy="24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Routing, auth, rate limiting</a:t>
            </a:r>
            <a:endParaRPr lang="en-US" sz="9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C4A9A90-4A89-15B9-AA2E-A0C783251B30}"/>
              </a:ext>
            </a:extLst>
          </p:cNvPr>
          <p:cNvSpPr/>
          <p:nvPr/>
        </p:nvSpPr>
        <p:spPr>
          <a:xfrm>
            <a:off x="5390833" y="2331115"/>
            <a:ext cx="1228872" cy="19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Next.js Frontend</a:t>
            </a:r>
            <a:endParaRPr lang="en-US" sz="1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91EB8AD-593C-5EA0-4034-12280857C74E}"/>
              </a:ext>
            </a:extLst>
          </p:cNvPr>
          <p:cNvSpPr/>
          <p:nvPr/>
        </p:nvSpPr>
        <p:spPr>
          <a:xfrm>
            <a:off x="5390833" y="2577772"/>
            <a:ext cx="1228872" cy="24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SSR, static assets via CDN</a:t>
            </a:r>
            <a:endParaRPr lang="en-US" sz="9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12189A2-37A1-141F-612A-DEC4D2046A43}"/>
              </a:ext>
            </a:extLst>
          </p:cNvPr>
          <p:cNvSpPr/>
          <p:nvPr/>
        </p:nvSpPr>
        <p:spPr>
          <a:xfrm>
            <a:off x="2512273" y="2240646"/>
            <a:ext cx="1228872" cy="388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PostgreSQL Database</a:t>
            </a:r>
            <a:endParaRPr lang="en-US" sz="12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CEB839A8-82ED-F496-AE6A-6A32E7153864}"/>
              </a:ext>
            </a:extLst>
          </p:cNvPr>
          <p:cNvSpPr/>
          <p:nvPr/>
        </p:nvSpPr>
        <p:spPr>
          <a:xfrm>
            <a:off x="2512273" y="2681385"/>
            <a:ext cx="1228872" cy="247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relational store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92B3A02-AF7E-F8AC-9B7F-2056F0A99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47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1C912-CF1D-DFAA-1D1D-CD8649C0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02AB8E-E4F5-50A5-7357-BF95B158EAF9}"/>
              </a:ext>
            </a:extLst>
          </p:cNvPr>
          <p:cNvSpPr/>
          <p:nvPr/>
        </p:nvSpPr>
        <p:spPr>
          <a:xfrm>
            <a:off x="328787" y="243581"/>
            <a:ext cx="3835250" cy="389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Overall Project Structure</a:t>
            </a:r>
            <a:endParaRPr lang="en-US" sz="15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9FA42F-7560-654D-559E-489583DFF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FA69417-8319-FD8B-0B2B-055CDA368E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161" y="0"/>
            <a:ext cx="3714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5616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421184"/>
            <a:ext cx="27830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l="9942" t="3327" r="7998" b="6600"/>
          <a:stretch>
            <a:fillRect/>
          </a:stretch>
        </p:blipFill>
        <p:spPr>
          <a:xfrm>
            <a:off x="3339318" y="291057"/>
            <a:ext cx="4155714" cy="45613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6A1E0E-6770-6D63-D3C3-5389DE234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3D22A-CE8B-9352-E84D-E56B44F6E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C4B9D2E-131B-BE50-E13D-C7A1BEE18F58}"/>
              </a:ext>
            </a:extLst>
          </p:cNvPr>
          <p:cNvSpPr/>
          <p:nvPr/>
        </p:nvSpPr>
        <p:spPr>
          <a:xfrm>
            <a:off x="750912" y="421184"/>
            <a:ext cx="2783012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18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A84516D0-3A43-F452-E938-D72FE0129F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42" t="3327" r="7998" b="6600"/>
          <a:stretch>
            <a:fillRect/>
          </a:stretch>
        </p:blipFill>
        <p:spPr>
          <a:xfrm>
            <a:off x="70338" y="3825966"/>
            <a:ext cx="1065042" cy="1169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7607D8-E3A8-785F-9FB3-D2DC37E32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0E8202-5B51-438F-9E56-418DCF34E4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3619429" y="-1114101"/>
            <a:ext cx="3327547" cy="77215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421CE4-39B5-A9AB-AC11-CFEDD032D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460" y="0"/>
            <a:ext cx="468117" cy="49377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E7F621A-9172-EFA0-FD3E-1222DFECF23E}"/>
              </a:ext>
            </a:extLst>
          </p:cNvPr>
          <p:cNvSpPr txBox="1"/>
          <p:nvPr/>
        </p:nvSpPr>
        <p:spPr>
          <a:xfrm>
            <a:off x="5453519" y="358879"/>
            <a:ext cx="1260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1549287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883" y="386135"/>
            <a:ext cx="397341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Technical Highlights</a:t>
            </a:r>
            <a:endParaRPr lang="en-US" sz="23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D4E07AD-ABA1-F528-BF88-EC3217B1B6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0078973"/>
              </p:ext>
            </p:extLst>
          </p:nvPr>
        </p:nvGraphicFramePr>
        <p:xfrm>
          <a:off x="3093720" y="1310642"/>
          <a:ext cx="2827020" cy="2466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31C237C4-1FAE-F453-C3B7-8A0188C6B5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EBB96-6C0E-6FE0-B584-35D2AD388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2827ED6-97A8-002D-B519-713FCD68961F}"/>
              </a:ext>
            </a:extLst>
          </p:cNvPr>
          <p:cNvSpPr/>
          <p:nvPr/>
        </p:nvSpPr>
        <p:spPr>
          <a:xfrm>
            <a:off x="460883" y="386135"/>
            <a:ext cx="397341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Technical Highlights</a:t>
            </a:r>
            <a:endParaRPr lang="en-US" sz="23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7B9EF87-D5FC-A857-ABD4-EC46D51724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112249"/>
              </p:ext>
            </p:extLst>
          </p:nvPr>
        </p:nvGraphicFramePr>
        <p:xfrm>
          <a:off x="1485900" y="1358860"/>
          <a:ext cx="5532120" cy="2984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73A0807-6F7E-223C-DF3A-DB0D03A69D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41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409F-61D2-F593-9F7D-C64E33D20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7D9B0B-46AF-0D08-4324-6312562B3BA8}"/>
              </a:ext>
            </a:extLst>
          </p:cNvPr>
          <p:cNvSpPr/>
          <p:nvPr/>
        </p:nvSpPr>
        <p:spPr>
          <a:xfrm>
            <a:off x="460883" y="386135"/>
            <a:ext cx="397341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Technical Highlights</a:t>
            </a:r>
            <a:endParaRPr lang="en-US" sz="23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43B56F5-4887-BC9D-FDDF-7D231668A1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8727903"/>
              </p:ext>
            </p:extLst>
          </p:nvPr>
        </p:nvGraphicFramePr>
        <p:xfrm>
          <a:off x="1893570" y="1323260"/>
          <a:ext cx="5833110" cy="2976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529426F-60DA-30D4-8526-245A21B4E4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62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46EE-8D1B-0824-51DF-2839DF56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8800446-C702-3DC3-3AB4-53055E71C454}"/>
              </a:ext>
            </a:extLst>
          </p:cNvPr>
          <p:cNvSpPr/>
          <p:nvPr/>
        </p:nvSpPr>
        <p:spPr>
          <a:xfrm>
            <a:off x="460883" y="386135"/>
            <a:ext cx="397341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Technical Highlights</a:t>
            </a:r>
            <a:endParaRPr lang="en-US" sz="23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8A88D8F-576C-B427-1D4A-19C815F912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2640670"/>
              </p:ext>
            </p:extLst>
          </p:nvPr>
        </p:nvGraphicFramePr>
        <p:xfrm>
          <a:off x="922020" y="1206460"/>
          <a:ext cx="6717030" cy="3432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C0388CC5-D91D-66E7-DF9E-AE1693B9CF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96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453F4-0BAB-9A23-4FA1-F79F245B9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41A9B4E-B30C-C676-5808-E1E68E747DF0}"/>
              </a:ext>
            </a:extLst>
          </p:cNvPr>
          <p:cNvSpPr/>
          <p:nvPr/>
        </p:nvSpPr>
        <p:spPr>
          <a:xfrm>
            <a:off x="460883" y="386135"/>
            <a:ext cx="397341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Technical Highlights</a:t>
            </a:r>
            <a:endParaRPr lang="en-US" sz="23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91CE4AA-CAB9-6912-AD35-54CACD5A4F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2301897"/>
              </p:ext>
            </p:extLst>
          </p:nvPr>
        </p:nvGraphicFramePr>
        <p:xfrm>
          <a:off x="628650" y="1153120"/>
          <a:ext cx="7997190" cy="3342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B9E5D29-3552-7CEA-DE8D-D6E03A503F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99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C1385-7DD8-9B7F-5214-71119B489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78968D-5DE7-525C-461F-620BFADF5037}"/>
              </a:ext>
            </a:extLst>
          </p:cNvPr>
          <p:cNvSpPr/>
          <p:nvPr/>
        </p:nvSpPr>
        <p:spPr>
          <a:xfrm>
            <a:off x="460883" y="386135"/>
            <a:ext cx="397341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Technical Highlights</a:t>
            </a:r>
            <a:endParaRPr lang="en-US" sz="2300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6BD65E5-CF34-EE7D-A07D-4FAE55E22EF2}"/>
              </a:ext>
            </a:extLst>
          </p:cNvPr>
          <p:cNvGraphicFramePr/>
          <p:nvPr/>
        </p:nvGraphicFramePr>
        <p:xfrm>
          <a:off x="628650" y="1153120"/>
          <a:ext cx="7997190" cy="33426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47B2D7A-D21B-1079-559A-A10C66028E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534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8256F-8B98-4410-80D5-B6A8428B7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6E9868F-B67A-E12D-869D-3B54EF206323}"/>
              </a:ext>
            </a:extLst>
          </p:cNvPr>
          <p:cNvSpPr/>
          <p:nvPr/>
        </p:nvSpPr>
        <p:spPr>
          <a:xfrm>
            <a:off x="2823083" y="2128631"/>
            <a:ext cx="4271137" cy="866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Testing (Manual)</a:t>
            </a:r>
            <a:endParaRPr 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65673C-5F06-54A1-9C59-1C69E6E0B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572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C86A5-6AF1-1FEF-B4ED-BF148F376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7C9418-2A38-7A7C-6400-FF8A386FF0F5}"/>
              </a:ext>
            </a:extLst>
          </p:cNvPr>
          <p:cNvSpPr/>
          <p:nvPr/>
        </p:nvSpPr>
        <p:spPr>
          <a:xfrm>
            <a:off x="369443" y="325342"/>
            <a:ext cx="3516757" cy="561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Testing (Manual)</a:t>
            </a:r>
            <a:endParaRPr lang="en-US" sz="2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A76DB9-E691-20D5-F5E6-52768E893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B04C5B1-0C77-B353-B5F4-D6BC47D57E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1712027"/>
              </p:ext>
            </p:extLst>
          </p:nvPr>
        </p:nvGraphicFramePr>
        <p:xfrm>
          <a:off x="2301240" y="1295400"/>
          <a:ext cx="4152900" cy="1935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171535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45545-6B04-F09F-B2F2-078683B32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4CE707D-62F0-77B1-BE78-500FC56EE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F759A2-7D0A-DC8A-DBEE-AA1486C702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4033301"/>
              </p:ext>
            </p:extLst>
          </p:nvPr>
        </p:nvGraphicFramePr>
        <p:xfrm>
          <a:off x="2076450" y="998220"/>
          <a:ext cx="4991100" cy="30340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80218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D9198-F445-F972-39A2-9E9AC7140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623219-F6A8-C77A-3645-AF8A606C3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9E15918-D791-9EEE-38D5-61FA46C491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1691115"/>
              </p:ext>
            </p:extLst>
          </p:nvPr>
        </p:nvGraphicFramePr>
        <p:xfrm>
          <a:off x="1607820" y="723900"/>
          <a:ext cx="6126480" cy="3893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05059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951DB-EEEA-2699-0729-EF4EBD17F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118FD3-BA74-DA0B-E3D1-769E4A03B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5428B13-642C-507B-C300-0EBE620587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2443450"/>
              </p:ext>
            </p:extLst>
          </p:nvPr>
        </p:nvGraphicFramePr>
        <p:xfrm>
          <a:off x="1790700" y="513715"/>
          <a:ext cx="5844540" cy="41160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54448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79D6C-4922-6DF1-C860-10603A9FB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AD39F3-D601-D92A-7D84-FD3F849E7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E082E22-585A-D211-17F9-C0BB532C3F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2452393"/>
              </p:ext>
            </p:extLst>
          </p:nvPr>
        </p:nvGraphicFramePr>
        <p:xfrm>
          <a:off x="1386840" y="452755"/>
          <a:ext cx="6073140" cy="4237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55361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0123D-0E67-D802-D6E7-6540A76AC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9487B3-CA14-40F2-9D6E-36A840CC9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A053A6D-5431-EEF2-860F-D7732C9738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823731"/>
              </p:ext>
            </p:extLst>
          </p:nvPr>
        </p:nvGraphicFramePr>
        <p:xfrm>
          <a:off x="1447800" y="140970"/>
          <a:ext cx="6225540" cy="4861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61356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35055-2A03-6DDA-362C-3C2413904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67F46B-19C7-E826-D82B-4EBAC8A7FCEE}"/>
              </a:ext>
            </a:extLst>
          </p:cNvPr>
          <p:cNvSpPr/>
          <p:nvPr/>
        </p:nvSpPr>
        <p:spPr>
          <a:xfrm>
            <a:off x="2564003" y="2055082"/>
            <a:ext cx="4422512" cy="1412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0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LIVE Demonstration</a:t>
            </a:r>
            <a:endParaRPr 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C2C38A-9D90-B866-AAA8-C1B3CB3EF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588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200F2-E2D8-84F0-CD35-96532F8EE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CE5CD7-4226-EC3D-7E8A-D9A5FDD67020}"/>
              </a:ext>
            </a:extLst>
          </p:cNvPr>
          <p:cNvSpPr/>
          <p:nvPr/>
        </p:nvSpPr>
        <p:spPr>
          <a:xfrm>
            <a:off x="2899283" y="630142"/>
            <a:ext cx="3524377" cy="83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4000" b="1" dirty="0">
                <a:solidFill>
                  <a:srgbClr val="FF8AAF"/>
                </a:solidFill>
                <a:latin typeface="Petrona Bold" pitchFamily="34" charset="0"/>
              </a:rPr>
              <a:t>Any Question?</a:t>
            </a:r>
            <a:endParaRPr 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388718-B7D4-2E2B-50EC-649F429769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915" y="4791026"/>
            <a:ext cx="1243085" cy="352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57A718C-1CEC-CA10-8257-2F266B421361}"/>
              </a:ext>
            </a:extLst>
          </p:cNvPr>
          <p:cNvSpPr/>
          <p:nvPr/>
        </p:nvSpPr>
        <p:spPr>
          <a:xfrm>
            <a:off x="2083943" y="2184622"/>
            <a:ext cx="3524377" cy="83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8000" b="1" dirty="0">
                <a:solidFill>
                  <a:srgbClr val="FF8AAF"/>
                </a:solidFill>
                <a:latin typeface="Petrona Bold" pitchFamily="34" charset="0"/>
              </a:rPr>
              <a:t>Thank You</a:t>
            </a: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4258276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545</Words>
  <Application>Microsoft Office PowerPoint</Application>
  <PresentationFormat>On-screen Show (16:9)</PresentationFormat>
  <Paragraphs>279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Inter</vt:lpstr>
      <vt:lpstr>Arial</vt:lpstr>
      <vt:lpstr>Petrona Bold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Aniruddha Roy</cp:lastModifiedBy>
  <cp:revision>16</cp:revision>
  <dcterms:created xsi:type="dcterms:W3CDTF">2026-06-18T17:10:13Z</dcterms:created>
  <dcterms:modified xsi:type="dcterms:W3CDTF">2026-06-24T05:47:40Z</dcterms:modified>
</cp:coreProperties>
</file>